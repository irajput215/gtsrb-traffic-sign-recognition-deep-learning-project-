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56" r:id="rId2"/>
    <p:sldId id="257" r:id="rId3"/>
    <p:sldId id="258" r:id="rId4"/>
    <p:sldId id="259" r:id="rId5"/>
    <p:sldId id="260" r:id="rId6"/>
    <p:sldId id="261" r:id="rId7"/>
    <p:sldId id="460" r:id="rId8"/>
    <p:sldId id="262" r:id="rId9"/>
    <p:sldId id="454" r:id="rId10"/>
    <p:sldId id="461" r:id="rId11"/>
    <p:sldId id="452" r:id="rId12"/>
    <p:sldId id="462" r:id="rId13"/>
    <p:sldId id="453" r:id="rId14"/>
    <p:sldId id="263" r:id="rId15"/>
    <p:sldId id="469" r:id="rId16"/>
    <p:sldId id="467" r:id="rId17"/>
    <p:sldId id="470" r:id="rId18"/>
    <p:sldId id="468" r:id="rId19"/>
    <p:sldId id="471" r:id="rId20"/>
    <p:sldId id="264" r:id="rId21"/>
    <p:sldId id="451" r:id="rId22"/>
    <p:sldId id="2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B10CE5-6882-2DE7-9902-BAC4E601EA9A}" name="Ramtin Gharleghi" initials="RG" userId="S::z5190098@ad.unsw.edu.au::2d9e2e9d-6010-4e5a-81fc-9c56bfbf9f7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62"/>
    <p:restoredTop sz="93231" autoAdjust="0"/>
  </p:normalViewPr>
  <p:slideViewPr>
    <p:cSldViewPr snapToGrid="0">
      <p:cViewPr>
        <p:scale>
          <a:sx n="42" d="100"/>
          <a:sy n="42" d="100"/>
        </p:scale>
        <p:origin x="328" y="1664"/>
      </p:cViewPr>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_rels/viewProps.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 Target="slides/slide10.xml"/><Relationship Id="rId1" Type="http://schemas.openxmlformats.org/officeDocument/2006/relationships/slide" Target="slides/slide8.xml"/><Relationship Id="rId4"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4FCFEB-8D6C-C3C9-0E3B-0D626B8D4C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9C6318B1-E95B-2162-25FC-6A643F492A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92CE1B-BB9F-45A9-BACC-98FF3D2D4F2E}" type="datetimeFigureOut">
              <a:rPr lang="en-AU" smtClean="0"/>
              <a:t>10/8/2025</a:t>
            </a:fld>
            <a:endParaRPr lang="en-AU"/>
          </a:p>
        </p:txBody>
      </p:sp>
      <p:sp>
        <p:nvSpPr>
          <p:cNvPr id="4" name="Footer Placeholder 3">
            <a:extLst>
              <a:ext uri="{FF2B5EF4-FFF2-40B4-BE49-F238E27FC236}">
                <a16:creationId xmlns:a16="http://schemas.microsoft.com/office/drawing/2014/main" id="{6E133E35-C80A-9E70-5C2C-35376FBF37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0FB7AB53-2769-CE79-0FFA-D4B76B84D5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4EF8CF-0F8A-4BD6-9CE5-A84D18797DC9}" type="slidenum">
              <a:rPr lang="en-AU" smtClean="0"/>
              <a:t>‹#›</a:t>
            </a:fld>
            <a:endParaRPr lang="en-AU"/>
          </a:p>
        </p:txBody>
      </p:sp>
    </p:spTree>
    <p:extLst>
      <p:ext uri="{BB962C8B-B14F-4D97-AF65-F5344CB8AC3E}">
        <p14:creationId xmlns:p14="http://schemas.microsoft.com/office/powerpoint/2010/main" val="10404906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7A9E51-4ABD-4B03-A80E-627F14CF22A5}" type="datetimeFigureOut">
              <a:rPr lang="en-AU" smtClean="0"/>
              <a:t>10/8/2025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AD0F-5D97-4C49-B145-C57DEFFF189B}" type="slidenum">
              <a:rPr lang="en-AU" smtClean="0"/>
              <a:t>‹#›</a:t>
            </a:fld>
            <a:endParaRPr lang="en-AU"/>
          </a:p>
        </p:txBody>
      </p:sp>
    </p:spTree>
    <p:extLst>
      <p:ext uri="{BB962C8B-B14F-4D97-AF65-F5344CB8AC3E}">
        <p14:creationId xmlns:p14="http://schemas.microsoft.com/office/powerpoint/2010/main" val="5489710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FA11C-45CB-3FE1-F9D1-1C4B981F3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05C91-DC31-C2D3-FA68-1C66DE6C3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327163-F86A-B45B-9A68-FAC59BB4EE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76D5FC-9345-BF34-68B5-5B26C803598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16438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EFAD0F-5D97-4C49-B145-C57DEFFF189B}" type="slidenum">
              <a:rPr lang="en-AU" smtClean="0"/>
              <a:t>9</a:t>
            </a:fld>
            <a:endParaRPr lang="en-AU"/>
          </a:p>
        </p:txBody>
      </p:sp>
    </p:spTree>
    <p:extLst>
      <p:ext uri="{BB962C8B-B14F-4D97-AF65-F5344CB8AC3E}">
        <p14:creationId xmlns:p14="http://schemas.microsoft.com/office/powerpoint/2010/main" val="4250908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F9028-5CAE-2A29-B109-AC87B4ABA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6FDBC-0036-4782-07E5-D5B3AA82C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CBB6C-C8D2-D7FB-0D3B-5FEC80AE9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78F4AC-19CE-5F3B-69E2-66C4BD67179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52624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EFAD0F-5D97-4C49-B145-C57DEFFF189B}" type="slidenum">
              <a:rPr lang="en-AU" smtClean="0"/>
              <a:t>11</a:t>
            </a:fld>
            <a:endParaRPr lang="en-AU"/>
          </a:p>
        </p:txBody>
      </p:sp>
    </p:spTree>
    <p:extLst>
      <p:ext uri="{BB962C8B-B14F-4D97-AF65-F5344CB8AC3E}">
        <p14:creationId xmlns:p14="http://schemas.microsoft.com/office/powerpoint/2010/main" val="1130161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26F6E-57D5-4405-C470-BE9756245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C262B1-DB4F-DE21-1E62-0302B8FFC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1AB2D-DA95-4DE8-A83B-394FE40E5C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30CB8B-40E4-214A-6BD0-6596493AE2E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10844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EFAD0F-5D97-4C49-B145-C57DEFFF189B}" type="slidenum">
              <a:rPr lang="en-AU" smtClean="0"/>
              <a:t>13</a:t>
            </a:fld>
            <a:endParaRPr lang="en-AU"/>
          </a:p>
        </p:txBody>
      </p:sp>
    </p:spTree>
    <p:extLst>
      <p:ext uri="{BB962C8B-B14F-4D97-AF65-F5344CB8AC3E}">
        <p14:creationId xmlns:p14="http://schemas.microsoft.com/office/powerpoint/2010/main" val="431607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6684E-0774-ADA4-05B1-A05FFBB25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25482-7A66-863C-4123-87BEB4216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F614B-84F2-63A7-7F0E-02E8076F60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B18934-AF3E-0B89-72CC-697AE7230F8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979911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453B-C8F9-91C1-D172-6F9BDB229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9D068-32D8-7000-D5B8-EEF395AF8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C78B1-B552-7DDE-6707-5F422CFA62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BE5B2B-3D19-A5FD-F4A8-7574A10538F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97284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CC69-1DB5-8B4C-E984-537775889A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746AB9C-35E1-72A7-C1BD-2A68ABDF5C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3BADF0C-51C6-7419-3D8D-CE50A38B869C}"/>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65DC2B86-F199-D6C7-6508-0F212835FAC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76CA229-935C-8099-0E86-5ECC48D06E93}"/>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417551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EDE7-E9E0-024D-ECA2-08E54B25DB1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017D77A-76FB-85A4-F394-25213E4C8E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EDFCDC2-DAA7-2417-8C12-59AD99F73D00}"/>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5294E4FE-3DEB-1A78-A982-79D37BE3DDB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F844F9-28BE-776B-9E9D-2D8B60BFE349}"/>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36062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46D2-4849-55F2-9EDF-A792D2D5D8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A57F27-84A0-5427-C58F-7B0A3B7D35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151D2F-4DB1-E58D-F5B2-22856EBD9F09}"/>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2564215E-C1E7-0772-7B69-C49D663C03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C38AE6-A79D-47C3-230B-1AC81712ABCB}"/>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1560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A1BEC-192D-937E-DA59-2C1E6F9285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84B18E9-9BA1-6BDC-7D49-312A5A52B1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412D44C6-412A-DD4D-862D-B5E514E9B1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7240C3E-1460-3B32-C784-A5390B819409}"/>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8D6C3E9E-91F4-68EB-3214-136D87F19ED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FAA5AB8-7D83-5F63-650F-2F42E603A9D0}"/>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298495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9673-788D-CEB8-3CAB-5325857C763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E7A4327-CB54-2F05-89B1-AE24F04363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E392B2-77BB-A618-6A0F-13C2A2CD9F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2758D8B-E275-A357-1522-80C6F2515F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B81CE-9484-C3CC-76E1-DBC0AAD00E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87C95D1-9F2A-BFEE-8F8A-A71FEA5D4B6C}"/>
              </a:ext>
            </a:extLst>
          </p:cNvPr>
          <p:cNvSpPr>
            <a:spLocks noGrp="1"/>
          </p:cNvSpPr>
          <p:nvPr>
            <p:ph type="dt" sz="half" idx="10"/>
          </p:nvPr>
        </p:nvSpPr>
        <p:spPr/>
        <p:txBody>
          <a:bodyPr/>
          <a:lstStyle/>
          <a:p>
            <a:endParaRPr lang="en-AU"/>
          </a:p>
        </p:txBody>
      </p:sp>
      <p:sp>
        <p:nvSpPr>
          <p:cNvPr id="8" name="Footer Placeholder 7">
            <a:extLst>
              <a:ext uri="{FF2B5EF4-FFF2-40B4-BE49-F238E27FC236}">
                <a16:creationId xmlns:a16="http://schemas.microsoft.com/office/drawing/2014/main" id="{BD2A9D27-286A-0CD0-536E-3C31470F9E3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683C16E-2B21-4D45-0DB5-880C81E3FE32}"/>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58015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0EBF-8DA3-0A25-1033-CC234E8A462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45438F8-89A1-A067-F8E9-70C1687FAED1}"/>
              </a:ext>
            </a:extLst>
          </p:cNvPr>
          <p:cNvSpPr>
            <a:spLocks noGrp="1"/>
          </p:cNvSpPr>
          <p:nvPr>
            <p:ph type="dt" sz="half" idx="10"/>
          </p:nvPr>
        </p:nvSpPr>
        <p:spPr/>
        <p:txBody>
          <a:bodyPr/>
          <a:lstStyle/>
          <a:p>
            <a:endParaRPr lang="en-AU"/>
          </a:p>
        </p:txBody>
      </p:sp>
      <p:sp>
        <p:nvSpPr>
          <p:cNvPr id="4" name="Footer Placeholder 3">
            <a:extLst>
              <a:ext uri="{FF2B5EF4-FFF2-40B4-BE49-F238E27FC236}">
                <a16:creationId xmlns:a16="http://schemas.microsoft.com/office/drawing/2014/main" id="{25613E1D-0C4A-5D32-26F9-1BCEB8481A5E}"/>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2DFB03E-F9B4-2433-81E1-3BD50D86FCF8}"/>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6358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8F21A5-757D-D6A3-9443-5A6371AF2C16}"/>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42F14B1B-5FF6-8469-6441-EB5B8B69B1E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12CD0E0-0D21-6F48-935E-F6B75CC63DE4}"/>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3517152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A84B-7940-7822-2557-A9F64C4F6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31BFA02-B7AD-C565-8B71-EBFE90B147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DC65417-3DB2-4D8D-8200-BD30635C5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0B6C3-E111-C7CB-AC6A-CC00EF12A63A}"/>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F88C9C6B-73DF-DF29-7D8E-406889E845D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5FA417-731E-9727-AF6F-6D28C1550517}"/>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57783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2BEE-A08A-4C6E-7CF0-B5E142A6A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0CB7E99-09CB-4FCE-7697-4152BD23EA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B76087A-FE5D-60D9-AE0C-90223805A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EC7038-77D9-3267-A27B-7B49BB1DB3B1}"/>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C54014C3-2621-ED8B-BAFE-7382D98EBBE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C83137F-F472-9F0A-46F3-68538886EFBC}"/>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80259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9202-C610-B140-08AE-44A7A81AE15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52C6ED7-FC32-3714-E040-43D1C4BE2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5690846-30E1-0BAF-95AF-2C33ADEE6F96}"/>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02EBE872-C7C3-B46E-9774-8FB6415FB2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F6FBA00-691F-09A6-F95B-E68F8744BC6C}"/>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8675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9E502C-2424-B094-C539-7DA0B74C68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C953B7A-E936-2389-15BD-97911F5B1F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E08DFD5-019B-E5BD-82F1-29E012B370F6}"/>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BEF73B12-943B-CDB8-92BA-AA488F9AD7B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BFD7ABB-25EC-73C5-D340-E23440DCE824}"/>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951005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0D427A-31A8-804F-A88E-B2237F6FF8DD}"/>
              </a:ext>
            </a:extLst>
          </p:cNvPr>
          <p:cNvSpPr/>
          <p:nvPr userDrawn="1"/>
        </p:nvSpPr>
        <p:spPr>
          <a:xfrm rot="5400000">
            <a:off x="5706291" y="372292"/>
            <a:ext cx="779419" cy="12192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pic>
        <p:nvPicPr>
          <p:cNvPr id="8" name="Picture 7" descr="A picture containing food&#10;&#10;Description automatically generated">
            <a:extLst>
              <a:ext uri="{FF2B5EF4-FFF2-40B4-BE49-F238E27FC236}">
                <a16:creationId xmlns:a16="http://schemas.microsoft.com/office/drawing/2014/main" id="{3919BA19-F123-3B46-B077-C952C919A7DB}"/>
              </a:ext>
            </a:extLst>
          </p:cNvPr>
          <p:cNvPicPr>
            <a:picLocks noChangeAspect="1"/>
          </p:cNvPicPr>
          <p:nvPr userDrawn="1"/>
        </p:nvPicPr>
        <p:blipFill>
          <a:blip r:embed="rId2"/>
          <a:stretch>
            <a:fillRect/>
          </a:stretch>
        </p:blipFill>
        <p:spPr>
          <a:xfrm>
            <a:off x="11507849" y="6139546"/>
            <a:ext cx="598271" cy="701040"/>
          </a:xfrm>
          <a:prstGeom prst="rect">
            <a:avLst/>
          </a:prstGeom>
        </p:spPr>
      </p:pic>
      <p:sp>
        <p:nvSpPr>
          <p:cNvPr id="4" name="Title Placeholder 1">
            <a:extLst>
              <a:ext uri="{FF2B5EF4-FFF2-40B4-BE49-F238E27FC236}">
                <a16:creationId xmlns:a16="http://schemas.microsoft.com/office/drawing/2014/main" id="{EC14B686-A7B8-C34E-BD3F-17AD72808B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defRPr>
                <a:latin typeface="Arial" panose="020B0604020202020204" pitchFamily="34" charset="0"/>
                <a:ea typeface="Roboto" panose="02000000000000000000" pitchFamily="2" charset="0"/>
                <a:cs typeface="Arial" panose="020B0604020202020204" pitchFamily="34" charset="0"/>
              </a:defRPr>
            </a:lvl1pPr>
          </a:lstStyle>
          <a:p>
            <a:r>
              <a:rPr lang="en-GB"/>
              <a:t>Click to edit Master title style</a:t>
            </a:r>
            <a:endParaRPr lang="en-US"/>
          </a:p>
        </p:txBody>
      </p:sp>
      <p:sp>
        <p:nvSpPr>
          <p:cNvPr id="5" name="Text Placeholder 2">
            <a:extLst>
              <a:ext uri="{FF2B5EF4-FFF2-40B4-BE49-F238E27FC236}">
                <a16:creationId xmlns:a16="http://schemas.microsoft.com/office/drawing/2014/main" id="{99B41C51-D68E-9449-86C7-CBC06D1C8A04}"/>
              </a:ext>
            </a:extLst>
          </p:cNvPr>
          <p:cNvSpPr>
            <a:spLocks noGrp="1"/>
          </p:cNvSpPr>
          <p:nvPr>
            <p:ph idx="1"/>
          </p:nvPr>
        </p:nvSpPr>
        <p:spPr>
          <a:xfrm>
            <a:off x="838200" y="1825625"/>
            <a:ext cx="10515600" cy="4088158"/>
          </a:xfrm>
          <a:prstGeom prst="rect">
            <a:avLst/>
          </a:prstGeom>
        </p:spPr>
        <p:txBody>
          <a:bodyPr vert="horz" lIns="91440" tIns="45720" rIns="91440" bIns="45720" rtlCol="0">
            <a:normAutofit/>
          </a:bodyPr>
          <a:lstStyle>
            <a:lvl1pPr>
              <a:defRPr>
                <a:latin typeface="Arial" panose="020B0604020202020204" pitchFamily="34" charset="0"/>
                <a:ea typeface="Roboto" panose="02000000000000000000" pitchFamily="2" charset="0"/>
                <a:cs typeface="Arial" panose="020B0604020202020204" pitchFamily="34" charset="0"/>
              </a:defRPr>
            </a:lvl1pPr>
            <a:lvl2pPr>
              <a:defRPr>
                <a:latin typeface="Arial" panose="020B0604020202020204" pitchFamily="34" charset="0"/>
                <a:ea typeface="Roboto" panose="02000000000000000000" pitchFamily="2" charset="0"/>
                <a:cs typeface="Arial" panose="020B0604020202020204" pitchFamily="34" charset="0"/>
              </a:defRPr>
            </a:lvl2pPr>
            <a:lvl3pPr>
              <a:defRPr>
                <a:latin typeface="Arial" panose="020B0604020202020204" pitchFamily="34" charset="0"/>
                <a:ea typeface="Roboto" panose="02000000000000000000" pitchFamily="2" charset="0"/>
                <a:cs typeface="Arial" panose="020B0604020202020204" pitchFamily="34" charset="0"/>
              </a:defRPr>
            </a:lvl3pPr>
            <a:lvl4pPr>
              <a:defRPr>
                <a:latin typeface="Arial" panose="020B0604020202020204" pitchFamily="34" charset="0"/>
                <a:ea typeface="Roboto" panose="02000000000000000000" pitchFamily="2" charset="0"/>
                <a:cs typeface="Arial" panose="020B0604020202020204" pitchFamily="34" charset="0"/>
              </a:defRPr>
            </a:lvl4pPr>
            <a:lvl5pPr>
              <a:defRPr>
                <a:latin typeface="Arial" panose="020B0604020202020204" pitchFamily="34" charset="0"/>
                <a:ea typeface="Roboto" panose="02000000000000000000" pitchFamily="2" charset="0"/>
                <a:cs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Date Placeholder 1">
            <a:extLst>
              <a:ext uri="{FF2B5EF4-FFF2-40B4-BE49-F238E27FC236}">
                <a16:creationId xmlns:a16="http://schemas.microsoft.com/office/drawing/2014/main" id="{A183BF01-419E-0890-7FE1-A0EF7A192F51}"/>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B1BC6101-507B-F3EE-D41C-583775C6FD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4985946-5ABD-9B6F-9732-CD57BE2421A0}"/>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495491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4082CE-19C3-C2E8-9514-79014A2E2656}"/>
              </a:ext>
            </a:extLst>
          </p:cNvPr>
          <p:cNvSpPr/>
          <p:nvPr userDrawn="1"/>
        </p:nvSpPr>
        <p:spPr>
          <a:xfrm>
            <a:off x="0" y="6425513"/>
            <a:ext cx="12192000" cy="432487"/>
          </a:xfrm>
          <a:prstGeom prst="rect">
            <a:avLst/>
          </a:prstGeom>
          <a:solidFill>
            <a:srgbClr val="FFEA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a:p>
        </p:txBody>
      </p:sp>
    </p:spTree>
    <p:extLst>
      <p:ext uri="{BB962C8B-B14F-4D97-AF65-F5344CB8AC3E}">
        <p14:creationId xmlns:p14="http://schemas.microsoft.com/office/powerpoint/2010/main" val="904926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142754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42234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404248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2F2F2"/>
          </a:solidFill>
          <a:ln/>
        </p:spPr>
      </p:sp>
    </p:spTree>
    <p:extLst>
      <p:ext uri="{BB962C8B-B14F-4D97-AF65-F5344CB8AC3E}">
        <p14:creationId xmlns:p14="http://schemas.microsoft.com/office/powerpoint/2010/main" val="21341328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196847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2456940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5571143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40515187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3859214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2F2F2"/>
          </a:solidFill>
          <a:ln/>
        </p:spPr>
      </p:sp>
    </p:spTree>
    <p:extLst>
      <p:ext uri="{BB962C8B-B14F-4D97-AF65-F5344CB8AC3E}">
        <p14:creationId xmlns:p14="http://schemas.microsoft.com/office/powerpoint/2010/main" val="15706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814D76-5DF1-A4E1-1338-B03D3642B4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C58865-62AB-234F-36FF-19D673DE87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0927987-368E-CEF9-CAA0-8405857172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AU"/>
          </a:p>
        </p:txBody>
      </p:sp>
      <p:sp>
        <p:nvSpPr>
          <p:cNvPr id="5" name="Footer Placeholder 4">
            <a:extLst>
              <a:ext uri="{FF2B5EF4-FFF2-40B4-BE49-F238E27FC236}">
                <a16:creationId xmlns:a16="http://schemas.microsoft.com/office/drawing/2014/main" id="{56EC300B-6F01-71B4-9B2C-1056A57D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A400E20-46EB-CC1D-6BF8-548902128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AD6A8B-B5C3-4437-A9DE-A8C2149171DD}" type="slidenum">
              <a:rPr lang="en-AU" smtClean="0"/>
              <a:t>‹#›</a:t>
            </a:fld>
            <a:endParaRPr lang="en-AU"/>
          </a:p>
        </p:txBody>
      </p:sp>
    </p:spTree>
    <p:extLst>
      <p:ext uri="{BB962C8B-B14F-4D97-AF65-F5344CB8AC3E}">
        <p14:creationId xmlns:p14="http://schemas.microsoft.com/office/powerpoint/2010/main" val="4197211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12551"/>
            <a:ext cx="4572000" cy="6076467"/>
          </a:xfrm>
          <a:prstGeom prst="rect">
            <a:avLst/>
          </a:prstGeom>
        </p:spPr>
      </p:pic>
      <p:sp>
        <p:nvSpPr>
          <p:cNvPr id="3" name="Text 0"/>
          <p:cNvSpPr/>
          <p:nvPr/>
        </p:nvSpPr>
        <p:spPr>
          <a:xfrm>
            <a:off x="661492" y="700997"/>
            <a:ext cx="6297018" cy="1033463"/>
          </a:xfrm>
          <a:prstGeom prst="rect">
            <a:avLst/>
          </a:prstGeom>
          <a:noFill/>
          <a:ln/>
        </p:spPr>
        <p:txBody>
          <a:bodyPr wrap="square" lIns="0" tIns="0" rIns="0" bIns="0" rtlCol="0" anchor="t"/>
          <a:lstStyle/>
          <a:p>
            <a:pPr>
              <a:lnSpc>
                <a:spcPts val="4042"/>
              </a:lnSpc>
            </a:pPr>
            <a:r>
              <a:rPr lang="en-US" sz="3250" b="1" dirty="0">
                <a:solidFill>
                  <a:srgbClr val="333F70"/>
                </a:solidFill>
                <a:latin typeface="Unbounded Bold" pitchFamily="34" charset="0"/>
                <a:ea typeface="Unbounded Bold" pitchFamily="34" charset="-122"/>
                <a:cs typeface="Unbounded Bold" pitchFamily="34" charset="-120"/>
              </a:rPr>
              <a:t>Traffic Sign Recognition for Autonomous Driving</a:t>
            </a:r>
            <a:endParaRPr lang="en-US" sz="3250" dirty="0"/>
          </a:p>
        </p:txBody>
      </p:sp>
      <p:sp>
        <p:nvSpPr>
          <p:cNvPr id="4" name="Text 1"/>
          <p:cNvSpPr/>
          <p:nvPr/>
        </p:nvSpPr>
        <p:spPr>
          <a:xfrm>
            <a:off x="661492" y="2182673"/>
            <a:ext cx="3307854" cy="413444"/>
          </a:xfrm>
          <a:prstGeom prst="rect">
            <a:avLst/>
          </a:prstGeom>
          <a:noFill/>
          <a:ln/>
        </p:spPr>
        <p:txBody>
          <a:bodyPr wrap="none" lIns="0" tIns="0" rIns="0" bIns="0" rtlCol="0" anchor="t"/>
          <a:lstStyle/>
          <a:p>
            <a:pPr>
              <a:lnSpc>
                <a:spcPts val="3250"/>
              </a:lnSpc>
            </a:pPr>
            <a:r>
              <a:rPr lang="en-US" sz="2583" b="1" dirty="0">
                <a:solidFill>
                  <a:srgbClr val="333F70"/>
                </a:solidFill>
                <a:latin typeface="Unbounded Bold" pitchFamily="34" charset="0"/>
                <a:ea typeface="Unbounded Bold" pitchFamily="34" charset="-122"/>
                <a:cs typeface="Unbounded Bold" pitchFamily="34" charset="-120"/>
              </a:rPr>
              <a:t>COMP9444_</a:t>
            </a:r>
            <a:endParaRPr lang="en-US" sz="2583" dirty="0"/>
          </a:p>
        </p:txBody>
      </p:sp>
      <p:sp>
        <p:nvSpPr>
          <p:cNvPr id="5" name="Text 2"/>
          <p:cNvSpPr/>
          <p:nvPr/>
        </p:nvSpPr>
        <p:spPr>
          <a:xfrm>
            <a:off x="661492" y="3025681"/>
            <a:ext cx="6297018" cy="1618507"/>
          </a:xfrm>
          <a:prstGeom prst="rect">
            <a:avLst/>
          </a:prstGeom>
          <a:noFill/>
          <a:ln/>
        </p:spPr>
        <p:txBody>
          <a:bodyPr wrap="square" lIns="0" tIns="0" rIns="0" bIns="0" rtlCol="0" anchor="t"/>
          <a:lstStyle/>
          <a:p>
            <a:pPr>
              <a:lnSpc>
                <a:spcPts val="2083"/>
              </a:lnSpc>
            </a:pPr>
            <a:r>
              <a:rPr lang="en-US" sz="2000" dirty="0">
                <a:solidFill>
                  <a:srgbClr val="333F70"/>
                </a:solidFill>
                <a:latin typeface="Open Sans" pitchFamily="34" charset="0"/>
                <a:ea typeface="Open Sans" pitchFamily="34" charset="-122"/>
                <a:cs typeface="Open Sans" pitchFamily="34" charset="-120"/>
              </a:rPr>
              <a:t>Ashwin Sudhir Jamgade (z5392534)</a:t>
            </a:r>
          </a:p>
          <a:p>
            <a:pPr>
              <a:lnSpc>
                <a:spcPts val="2083"/>
              </a:lnSpc>
            </a:pPr>
            <a:r>
              <a:rPr lang="en-US" sz="2000" dirty="0" err="1">
                <a:solidFill>
                  <a:srgbClr val="333F70"/>
                </a:solidFill>
                <a:latin typeface="Open Sans" pitchFamily="34" charset="0"/>
                <a:ea typeface="Open Sans" pitchFamily="34" charset="-122"/>
                <a:cs typeface="Open Sans" pitchFamily="34" charset="-120"/>
              </a:rPr>
              <a:t>Xiangyu</a:t>
            </a:r>
            <a:r>
              <a:rPr lang="en-US" sz="2000" dirty="0">
                <a:solidFill>
                  <a:srgbClr val="333F70"/>
                </a:solidFill>
                <a:latin typeface="Open Sans" pitchFamily="34" charset="0"/>
                <a:ea typeface="Open Sans" pitchFamily="34" charset="-122"/>
                <a:cs typeface="Open Sans" pitchFamily="34" charset="-120"/>
              </a:rPr>
              <a:t> Dou (z5607625)</a:t>
            </a:r>
          </a:p>
          <a:p>
            <a:pPr>
              <a:lnSpc>
                <a:spcPts val="2083"/>
              </a:lnSpc>
            </a:pPr>
            <a:r>
              <a:rPr lang="en-US" sz="2000" dirty="0">
                <a:solidFill>
                  <a:srgbClr val="333F70"/>
                </a:solidFill>
                <a:latin typeface="Open Sans" pitchFamily="34" charset="0"/>
                <a:ea typeface="Open Sans" pitchFamily="34" charset="-122"/>
                <a:cs typeface="Open Sans" pitchFamily="34" charset="-120"/>
              </a:rPr>
              <a:t>Ishu Rajput (z5611182)</a:t>
            </a:r>
          </a:p>
          <a:p>
            <a:pPr>
              <a:lnSpc>
                <a:spcPts val="2083"/>
              </a:lnSpc>
            </a:pPr>
            <a:r>
              <a:rPr lang="en-US" sz="2000" dirty="0">
                <a:solidFill>
                  <a:srgbClr val="333F70"/>
                </a:solidFill>
                <a:latin typeface="Open Sans" pitchFamily="34" charset="0"/>
                <a:ea typeface="Open Sans" pitchFamily="34" charset="-122"/>
                <a:cs typeface="Open Sans" pitchFamily="34" charset="-120"/>
              </a:rPr>
              <a:t>Shashwat Pasari (z5623301)</a:t>
            </a:r>
          </a:p>
          <a:p>
            <a:pPr>
              <a:lnSpc>
                <a:spcPts val="2083"/>
              </a:lnSpc>
            </a:pP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80529"/>
            <a:ext cx="4134843" cy="516732"/>
          </a:xfrm>
          <a:prstGeom prst="rect">
            <a:avLst/>
          </a:prstGeom>
          <a:noFill/>
          <a:ln/>
        </p:spPr>
        <p:txBody>
          <a:bodyPr wrap="none" lIns="0" tIns="0" rIns="0" bIns="0" rtlCol="0" anchor="t"/>
          <a:lstStyle/>
          <a:p>
            <a:pPr>
              <a:lnSpc>
                <a:spcPts val="4042"/>
              </a:lnSpc>
            </a:pPr>
            <a:r>
              <a:rPr lang="en-US" sz="3600" b="1" dirty="0">
                <a:solidFill>
                  <a:srgbClr val="333F70"/>
                </a:solidFill>
                <a:latin typeface="Unbounded Bold" pitchFamily="34" charset="0"/>
                <a:ea typeface="Unbounded Bold" pitchFamily="34" charset="-122"/>
                <a:cs typeface="Unbounded Bold" pitchFamily="34" charset="-120"/>
              </a:rPr>
              <a:t>Motivation</a:t>
            </a:r>
            <a:endParaRPr lang="en-US" sz="3600" dirty="0"/>
          </a:p>
        </p:txBody>
      </p:sp>
      <p:sp>
        <p:nvSpPr>
          <p:cNvPr id="7" name="Text 5"/>
          <p:cNvSpPr/>
          <p:nvPr/>
        </p:nvSpPr>
        <p:spPr>
          <a:xfrm>
            <a:off x="661492" y="4147237"/>
            <a:ext cx="2480866" cy="310058"/>
          </a:xfrm>
          <a:prstGeom prst="rect">
            <a:avLst/>
          </a:prstGeom>
          <a:noFill/>
          <a:ln/>
        </p:spPr>
        <p:txBody>
          <a:bodyPr wrap="none" lIns="0" tIns="0" rIns="0" bIns="0" rtlCol="0" anchor="t"/>
          <a:lstStyle/>
          <a:p>
            <a:pPr>
              <a:lnSpc>
                <a:spcPts val="2417"/>
              </a:lnSpc>
            </a:pPr>
            <a:r>
              <a:rPr lang="en-US" sz="3200" b="1" dirty="0">
                <a:solidFill>
                  <a:srgbClr val="333F70"/>
                </a:solidFill>
                <a:latin typeface="Unbounded Bold" pitchFamily="34" charset="0"/>
                <a:ea typeface="Unbounded Bold" pitchFamily="34" charset="-122"/>
                <a:cs typeface="Unbounded Bold" pitchFamily="34" charset="-120"/>
              </a:rPr>
              <a:t>Applications:</a:t>
            </a:r>
            <a:endParaRPr lang="en-US" sz="3200" dirty="0"/>
          </a:p>
        </p:txBody>
      </p:sp>
      <p:pic>
        <p:nvPicPr>
          <p:cNvPr id="14" name="Image 0" descr="preencoded.png"/>
          <p:cNvPicPr>
            <a:picLocks noChangeAspect="1"/>
          </p:cNvPicPr>
          <p:nvPr/>
        </p:nvPicPr>
        <p:blipFill>
          <a:blip r:embed="rId3"/>
          <a:stretch>
            <a:fillRect/>
          </a:stretch>
        </p:blipFill>
        <p:spPr>
          <a:xfrm>
            <a:off x="8237389" y="1324620"/>
            <a:ext cx="3649811" cy="3480941"/>
          </a:xfrm>
          <a:prstGeom prst="rect">
            <a:avLst/>
          </a:prstGeom>
        </p:spPr>
      </p:pic>
      <p:sp>
        <p:nvSpPr>
          <p:cNvPr id="17" name="TextBox 16">
            <a:extLst>
              <a:ext uri="{FF2B5EF4-FFF2-40B4-BE49-F238E27FC236}">
                <a16:creationId xmlns:a16="http://schemas.microsoft.com/office/drawing/2014/main" id="{5F3ADA17-8207-1BD6-870C-CCF3A15A5E9E}"/>
              </a:ext>
            </a:extLst>
          </p:cNvPr>
          <p:cNvSpPr txBox="1"/>
          <p:nvPr/>
        </p:nvSpPr>
        <p:spPr>
          <a:xfrm>
            <a:off x="252418" y="1407102"/>
            <a:ext cx="7838034" cy="2585323"/>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The core instruction for any self-driving car is simple: </a:t>
            </a:r>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"Don’t crash.”</a:t>
            </a:r>
          </a:p>
          <a:p>
            <a:pPr marL="285750" indent="-285750">
              <a:buFont typeface="Arial" panose="020B0604020202020204" pitchFamily="34" charset="0"/>
              <a:buChar char="•"/>
            </a:pP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To achieve this, the vehicle must not only avoid obstacles but also </a:t>
            </a:r>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understand and follow traffic rules</a:t>
            </a: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Traffic signs carry critical instructions—speed limits, stops, warnings—that guide safe navigation.</a:t>
            </a:r>
          </a:p>
          <a:p>
            <a:pPr marL="285750" indent="-285750">
              <a:buFont typeface="Arial" panose="020B0604020202020204" pitchFamily="34" charset="0"/>
              <a:buChar char="•"/>
            </a:pP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Ignoring or misreading these signs can cause </a:t>
            </a:r>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accidents, traffic violations, or unsafe driving </a:t>
            </a:r>
            <a:r>
              <a:rPr lang="en-IN"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behavior</a:t>
            </a: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Our goal is to build a system that allows autonomous vehicles to </a:t>
            </a:r>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see, read, and interpret traffic signs</a:t>
            </a: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 as reliably as a human driver.</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2F51238D-00AD-EBC4-1E0D-FC8E87DB532C}"/>
              </a:ext>
            </a:extLst>
          </p:cNvPr>
          <p:cNvSpPr txBox="1"/>
          <p:nvPr/>
        </p:nvSpPr>
        <p:spPr>
          <a:xfrm>
            <a:off x="610170" y="4612107"/>
            <a:ext cx="3749681" cy="1200329"/>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Autonomous Vehicles</a:t>
            </a:r>
          </a:p>
          <a:p>
            <a:pPr marL="285750" indent="-285750">
              <a:buFont typeface="Arial" panose="020B0604020202020204" pitchFamily="34" charset="0"/>
              <a:buChar char="•"/>
            </a:pP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Advanced Driver Assistance</a:t>
            </a:r>
          </a:p>
          <a:p>
            <a:pPr marL="285750" indent="-285750">
              <a:buFont typeface="Arial" panose="020B0604020202020204" pitchFamily="34" charset="0"/>
              <a:buChar char="•"/>
            </a:pP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Fleet &amp; Public Transport Safety</a:t>
            </a:r>
          </a:p>
          <a:p>
            <a:pPr marL="285750" indent="-285750">
              <a:buFont typeface="Arial" panose="020B0604020202020204" pitchFamily="34" charset="0"/>
              <a:buChar char="•"/>
            </a:pP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Smart Traffic Monitoring</a:t>
            </a:r>
          </a:p>
        </p:txBody>
      </p:sp>
      <p:sp>
        <p:nvSpPr>
          <p:cNvPr id="19" name="TextBox 18">
            <a:extLst>
              <a:ext uri="{FF2B5EF4-FFF2-40B4-BE49-F238E27FC236}">
                <a16:creationId xmlns:a16="http://schemas.microsoft.com/office/drawing/2014/main" id="{ECF46B42-BBB6-C374-D96E-917596886275}"/>
              </a:ext>
            </a:extLst>
          </p:cNvPr>
          <p:cNvSpPr txBox="1"/>
          <p:nvPr/>
        </p:nvSpPr>
        <p:spPr>
          <a:xfrm>
            <a:off x="4101549" y="4612106"/>
            <a:ext cx="3459793" cy="646331"/>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HD Mapping &amp; Mao Refresh</a:t>
            </a:r>
          </a:p>
          <a:p>
            <a:pPr marL="285750" indent="-285750">
              <a:buFont typeface="Arial" panose="020B0604020202020204" pitchFamily="34" charset="0"/>
              <a:buChar char="•"/>
            </a:pPr>
            <a:r>
              <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rPr>
              <a:t>Navigation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314373"/>
            <a:ext cx="3574157" cy="361752"/>
          </a:xfrm>
          <a:prstGeom prst="rect">
            <a:avLst/>
          </a:prstGeom>
          <a:noFill/>
          <a:ln/>
        </p:spPr>
        <p:txBody>
          <a:bodyPr wrap="none" lIns="0" tIns="0" rIns="0" bIns="0" rtlCol="0" anchor="t"/>
          <a:lstStyle/>
          <a:p>
            <a:pPr>
              <a:lnSpc>
                <a:spcPts val="2833"/>
              </a:lnSpc>
            </a:pPr>
            <a:r>
              <a:rPr lang="en-US" sz="3600" b="1" dirty="0">
                <a:solidFill>
                  <a:srgbClr val="333F70"/>
                </a:solidFill>
                <a:latin typeface="Unbounded Bold" pitchFamily="34" charset="0"/>
                <a:ea typeface="Unbounded Bold" pitchFamily="34" charset="-122"/>
                <a:cs typeface="Unbounded Bold" pitchFamily="34" charset="-120"/>
              </a:rPr>
              <a:t>Problem Statement</a:t>
            </a:r>
            <a:endParaRPr lang="en-US" sz="3600" dirty="0"/>
          </a:p>
        </p:txBody>
      </p:sp>
      <p:sp>
        <p:nvSpPr>
          <p:cNvPr id="5" name="Text 3"/>
          <p:cNvSpPr/>
          <p:nvPr/>
        </p:nvSpPr>
        <p:spPr>
          <a:xfrm>
            <a:off x="675299" y="3185812"/>
            <a:ext cx="2062460" cy="216992"/>
          </a:xfrm>
          <a:prstGeom prst="rect">
            <a:avLst/>
          </a:prstGeom>
          <a:noFill/>
          <a:ln/>
        </p:spPr>
        <p:txBody>
          <a:bodyPr wrap="none" lIns="0" tIns="0" rIns="0" bIns="0" rtlCol="0" anchor="t"/>
          <a:lstStyle/>
          <a:p>
            <a:pPr>
              <a:lnSpc>
                <a:spcPts val="1708"/>
              </a:lnSpc>
            </a:pPr>
            <a:r>
              <a:rPr lang="en-US" sz="1600" b="1" dirty="0">
                <a:solidFill>
                  <a:srgbClr val="333F70"/>
                </a:solidFill>
                <a:latin typeface="Unbounded Bold" pitchFamily="34" charset="0"/>
                <a:ea typeface="Unbounded Bold" pitchFamily="34" charset="-122"/>
                <a:cs typeface="Unbounded Bold" pitchFamily="34" charset="-120"/>
              </a:rPr>
              <a:t>Models Compared:</a:t>
            </a:r>
            <a:endParaRPr lang="en-US" sz="1600" dirty="0"/>
          </a:p>
        </p:txBody>
      </p:sp>
      <p:sp>
        <p:nvSpPr>
          <p:cNvPr id="6" name="Shape 4"/>
          <p:cNvSpPr/>
          <p:nvPr/>
        </p:nvSpPr>
        <p:spPr>
          <a:xfrm>
            <a:off x="675350" y="3422542"/>
            <a:ext cx="5850831" cy="706877"/>
          </a:xfrm>
          <a:prstGeom prst="roundRect">
            <a:avLst>
              <a:gd name="adj" fmla="val 6776"/>
            </a:avLst>
          </a:prstGeom>
          <a:solidFill>
            <a:srgbClr val="FFFFFF"/>
          </a:solidFill>
          <a:ln/>
        </p:spPr>
        <p:txBody>
          <a:bodyPr/>
          <a:lstStyle/>
          <a:p>
            <a:endParaRPr lang="en-US" sz="1500"/>
          </a:p>
        </p:txBody>
      </p:sp>
      <p:sp>
        <p:nvSpPr>
          <p:cNvPr id="7" name="Shape 5"/>
          <p:cNvSpPr/>
          <p:nvPr/>
        </p:nvSpPr>
        <p:spPr>
          <a:xfrm>
            <a:off x="675299" y="3701325"/>
            <a:ext cx="5850831" cy="50800"/>
          </a:xfrm>
          <a:prstGeom prst="roundRect">
            <a:avLst>
              <a:gd name="adj" fmla="val 95721"/>
            </a:avLst>
          </a:prstGeom>
          <a:solidFill>
            <a:srgbClr val="26A688"/>
          </a:solidFill>
          <a:ln/>
        </p:spPr>
        <p:txBody>
          <a:bodyPr/>
          <a:lstStyle/>
          <a:p>
            <a:endParaRPr lang="en-US" sz="1500"/>
          </a:p>
        </p:txBody>
      </p:sp>
      <p:sp>
        <p:nvSpPr>
          <p:cNvPr id="8" name="Shape 6"/>
          <p:cNvSpPr/>
          <p:nvPr/>
        </p:nvSpPr>
        <p:spPr>
          <a:xfrm>
            <a:off x="3427032" y="3540393"/>
            <a:ext cx="347266" cy="347266"/>
          </a:xfrm>
          <a:prstGeom prst="roundRect">
            <a:avLst>
              <a:gd name="adj" fmla="val 219428"/>
            </a:avLst>
          </a:prstGeom>
          <a:solidFill>
            <a:srgbClr val="26A688"/>
          </a:solidFill>
          <a:ln/>
        </p:spPr>
        <p:txBody>
          <a:bodyPr/>
          <a:lstStyle/>
          <a:p>
            <a:endParaRPr lang="en-US" sz="1500"/>
          </a:p>
        </p:txBody>
      </p:sp>
      <p:pic>
        <p:nvPicPr>
          <p:cNvPr id="9" name="Image 0" descr="preencoded.png"/>
          <p:cNvPicPr>
            <a:picLocks noChangeAspect="1"/>
          </p:cNvPicPr>
          <p:nvPr/>
        </p:nvPicPr>
        <p:blipFill>
          <a:blip r:embed="rId3"/>
          <a:stretch>
            <a:fillRect/>
          </a:stretch>
        </p:blipFill>
        <p:spPr>
          <a:xfrm>
            <a:off x="3531211" y="3627209"/>
            <a:ext cx="138907" cy="173633"/>
          </a:xfrm>
          <a:prstGeom prst="rect">
            <a:avLst/>
          </a:prstGeom>
        </p:spPr>
      </p:pic>
      <p:sp>
        <p:nvSpPr>
          <p:cNvPr id="10" name="Text 7"/>
          <p:cNvSpPr/>
          <p:nvPr/>
        </p:nvSpPr>
        <p:spPr>
          <a:xfrm>
            <a:off x="803739" y="3861329"/>
            <a:ext cx="1447205" cy="180876"/>
          </a:xfrm>
          <a:prstGeom prst="rect">
            <a:avLst/>
          </a:prstGeom>
          <a:noFill/>
          <a:ln/>
        </p:spPr>
        <p:txBody>
          <a:bodyPr wrap="none" lIns="0" tIns="0" rIns="0" bIns="0" rtlCol="0" anchor="t"/>
          <a:lstStyle/>
          <a:p>
            <a:pPr>
              <a:lnSpc>
                <a:spcPts val="1417"/>
              </a:lnSpc>
            </a:pPr>
            <a:r>
              <a:rPr lang="en-US" sz="1600" b="1" dirty="0">
                <a:solidFill>
                  <a:srgbClr val="333F70"/>
                </a:solidFill>
                <a:latin typeface="Unbounded Bold" pitchFamily="34" charset="0"/>
                <a:ea typeface="Unbounded Bold" pitchFamily="34" charset="-122"/>
                <a:cs typeface="Unbounded Bold" pitchFamily="34" charset="-120"/>
              </a:rPr>
              <a:t>Basic CNN</a:t>
            </a:r>
            <a:endParaRPr lang="en-US" sz="1600" dirty="0"/>
          </a:p>
        </p:txBody>
      </p:sp>
      <p:sp>
        <p:nvSpPr>
          <p:cNvPr id="11" name="Text 8"/>
          <p:cNvSpPr/>
          <p:nvPr/>
        </p:nvSpPr>
        <p:spPr>
          <a:xfrm>
            <a:off x="803739" y="4104181"/>
            <a:ext cx="5594053" cy="185242"/>
          </a:xfrm>
          <a:prstGeom prst="rect">
            <a:avLst/>
          </a:prstGeom>
          <a:noFill/>
          <a:ln/>
        </p:spPr>
        <p:txBody>
          <a:bodyPr wrap="none" lIns="0" tIns="0" rIns="0" bIns="0" rtlCol="0" anchor="t"/>
          <a:lstStyle/>
          <a:p>
            <a:pPr>
              <a:lnSpc>
                <a:spcPts val="1458"/>
              </a:lnSpc>
            </a:pPr>
            <a:r>
              <a:rPr lang="en-US" sz="1400" dirty="0">
                <a:solidFill>
                  <a:srgbClr val="333F70"/>
                </a:solidFill>
                <a:latin typeface="Open Sans" pitchFamily="34" charset="0"/>
                <a:ea typeface="Open Sans" pitchFamily="34" charset="-122"/>
                <a:cs typeface="Open Sans" pitchFamily="34" charset="-120"/>
              </a:rPr>
              <a:t>Convolutional Neural Network architecture</a:t>
            </a:r>
            <a:endParaRPr lang="en-US" sz="1400" dirty="0"/>
          </a:p>
        </p:txBody>
      </p:sp>
      <p:sp>
        <p:nvSpPr>
          <p:cNvPr id="12" name="Shape 9"/>
          <p:cNvSpPr/>
          <p:nvPr/>
        </p:nvSpPr>
        <p:spPr>
          <a:xfrm>
            <a:off x="675299" y="4328899"/>
            <a:ext cx="5850831" cy="899617"/>
          </a:xfrm>
          <a:prstGeom prst="roundRect">
            <a:avLst>
              <a:gd name="adj" fmla="val 6776"/>
            </a:avLst>
          </a:prstGeom>
          <a:solidFill>
            <a:srgbClr val="FFFFFF"/>
          </a:solidFill>
          <a:ln/>
        </p:spPr>
        <p:txBody>
          <a:bodyPr/>
          <a:lstStyle/>
          <a:p>
            <a:endParaRPr lang="en-US" sz="1500" dirty="0"/>
          </a:p>
        </p:txBody>
      </p:sp>
      <p:sp>
        <p:nvSpPr>
          <p:cNvPr id="13" name="Shape 10"/>
          <p:cNvSpPr/>
          <p:nvPr/>
        </p:nvSpPr>
        <p:spPr>
          <a:xfrm>
            <a:off x="661492" y="4529955"/>
            <a:ext cx="5850831" cy="50800"/>
          </a:xfrm>
          <a:prstGeom prst="roundRect">
            <a:avLst>
              <a:gd name="adj" fmla="val 95721"/>
            </a:avLst>
          </a:prstGeom>
          <a:solidFill>
            <a:srgbClr val="26A688"/>
          </a:solidFill>
          <a:ln/>
        </p:spPr>
        <p:txBody>
          <a:bodyPr/>
          <a:lstStyle/>
          <a:p>
            <a:endParaRPr lang="en-US" sz="1500"/>
          </a:p>
        </p:txBody>
      </p:sp>
      <p:sp>
        <p:nvSpPr>
          <p:cNvPr id="14" name="Shape 11"/>
          <p:cNvSpPr/>
          <p:nvPr/>
        </p:nvSpPr>
        <p:spPr>
          <a:xfrm>
            <a:off x="3413225" y="4369023"/>
            <a:ext cx="347266" cy="347266"/>
          </a:xfrm>
          <a:prstGeom prst="roundRect">
            <a:avLst>
              <a:gd name="adj" fmla="val 219428"/>
            </a:avLst>
          </a:prstGeom>
          <a:solidFill>
            <a:srgbClr val="26A688"/>
          </a:solidFill>
          <a:ln/>
        </p:spPr>
        <p:txBody>
          <a:bodyPr/>
          <a:lstStyle/>
          <a:p>
            <a:endParaRPr lang="en-US" sz="1500"/>
          </a:p>
        </p:txBody>
      </p:sp>
      <p:pic>
        <p:nvPicPr>
          <p:cNvPr id="15" name="Image 1" descr="preencoded.png"/>
          <p:cNvPicPr>
            <a:picLocks noChangeAspect="1"/>
          </p:cNvPicPr>
          <p:nvPr/>
        </p:nvPicPr>
        <p:blipFill>
          <a:blip r:embed="rId4"/>
          <a:stretch>
            <a:fillRect/>
          </a:stretch>
        </p:blipFill>
        <p:spPr>
          <a:xfrm>
            <a:off x="3517404" y="4455838"/>
            <a:ext cx="138907" cy="173633"/>
          </a:xfrm>
          <a:prstGeom prst="rect">
            <a:avLst/>
          </a:prstGeom>
        </p:spPr>
      </p:pic>
      <p:sp>
        <p:nvSpPr>
          <p:cNvPr id="16" name="Text 12"/>
          <p:cNvSpPr/>
          <p:nvPr/>
        </p:nvSpPr>
        <p:spPr>
          <a:xfrm>
            <a:off x="789881" y="4726221"/>
            <a:ext cx="1487289" cy="180876"/>
          </a:xfrm>
          <a:prstGeom prst="rect">
            <a:avLst/>
          </a:prstGeom>
          <a:noFill/>
          <a:ln/>
        </p:spPr>
        <p:txBody>
          <a:bodyPr wrap="none" lIns="0" tIns="0" rIns="0" bIns="0" rtlCol="0" anchor="t"/>
          <a:lstStyle/>
          <a:p>
            <a:pPr>
              <a:lnSpc>
                <a:spcPts val="1417"/>
              </a:lnSpc>
            </a:pPr>
            <a:r>
              <a:rPr lang="en-US" sz="1600" b="1" dirty="0">
                <a:solidFill>
                  <a:srgbClr val="333F70"/>
                </a:solidFill>
                <a:latin typeface="Unbounded Bold" pitchFamily="34" charset="0"/>
                <a:ea typeface="Unbounded Bold" pitchFamily="34" charset="-122"/>
                <a:cs typeface="Unbounded Bold" pitchFamily="34" charset="-120"/>
              </a:rPr>
              <a:t>Linear Classifier</a:t>
            </a:r>
            <a:endParaRPr lang="en-US" sz="1600" dirty="0"/>
          </a:p>
        </p:txBody>
      </p:sp>
      <p:sp>
        <p:nvSpPr>
          <p:cNvPr id="17" name="Text 13"/>
          <p:cNvSpPr/>
          <p:nvPr/>
        </p:nvSpPr>
        <p:spPr>
          <a:xfrm>
            <a:off x="789881" y="4969073"/>
            <a:ext cx="5594053" cy="185242"/>
          </a:xfrm>
          <a:prstGeom prst="rect">
            <a:avLst/>
          </a:prstGeom>
          <a:noFill/>
          <a:ln/>
        </p:spPr>
        <p:txBody>
          <a:bodyPr wrap="none" lIns="0" tIns="0" rIns="0" bIns="0" rtlCol="0" anchor="t"/>
          <a:lstStyle/>
          <a:p>
            <a:pPr>
              <a:lnSpc>
                <a:spcPts val="1458"/>
              </a:lnSpc>
            </a:pPr>
            <a:r>
              <a:rPr lang="en-US" sz="1400" dirty="0">
                <a:solidFill>
                  <a:srgbClr val="333F70"/>
                </a:solidFill>
                <a:latin typeface="Open Sans" pitchFamily="34" charset="0"/>
                <a:ea typeface="Open Sans" pitchFamily="34" charset="-122"/>
                <a:cs typeface="Open Sans" pitchFamily="34" charset="-120"/>
              </a:rPr>
              <a:t>Simple baseline approach</a:t>
            </a:r>
            <a:endParaRPr lang="en-US" sz="1400" dirty="0"/>
          </a:p>
        </p:txBody>
      </p:sp>
      <p:sp>
        <p:nvSpPr>
          <p:cNvPr id="18" name="Shape 14"/>
          <p:cNvSpPr/>
          <p:nvPr/>
        </p:nvSpPr>
        <p:spPr>
          <a:xfrm>
            <a:off x="661492" y="5129077"/>
            <a:ext cx="5850831" cy="602890"/>
          </a:xfrm>
          <a:prstGeom prst="roundRect">
            <a:avLst>
              <a:gd name="adj" fmla="val 6776"/>
            </a:avLst>
          </a:prstGeom>
          <a:solidFill>
            <a:srgbClr val="FFFFFF"/>
          </a:solidFill>
          <a:ln/>
        </p:spPr>
        <p:txBody>
          <a:bodyPr/>
          <a:lstStyle/>
          <a:p>
            <a:endParaRPr lang="en-US" sz="1500"/>
          </a:p>
        </p:txBody>
      </p:sp>
      <p:sp>
        <p:nvSpPr>
          <p:cNvPr id="19" name="Shape 15"/>
          <p:cNvSpPr/>
          <p:nvPr/>
        </p:nvSpPr>
        <p:spPr>
          <a:xfrm>
            <a:off x="661492" y="5369420"/>
            <a:ext cx="5850831" cy="50800"/>
          </a:xfrm>
          <a:prstGeom prst="roundRect">
            <a:avLst>
              <a:gd name="adj" fmla="val 95721"/>
            </a:avLst>
          </a:prstGeom>
          <a:solidFill>
            <a:srgbClr val="26A688"/>
          </a:solidFill>
          <a:ln/>
        </p:spPr>
        <p:txBody>
          <a:bodyPr/>
          <a:lstStyle/>
          <a:p>
            <a:endParaRPr lang="en-US" sz="1500"/>
          </a:p>
        </p:txBody>
      </p:sp>
      <p:sp>
        <p:nvSpPr>
          <p:cNvPr id="20" name="Shape 16"/>
          <p:cNvSpPr/>
          <p:nvPr/>
        </p:nvSpPr>
        <p:spPr>
          <a:xfrm>
            <a:off x="3413225" y="5208488"/>
            <a:ext cx="347266" cy="347266"/>
          </a:xfrm>
          <a:prstGeom prst="roundRect">
            <a:avLst>
              <a:gd name="adj" fmla="val 219428"/>
            </a:avLst>
          </a:prstGeom>
          <a:solidFill>
            <a:srgbClr val="26A688"/>
          </a:solidFill>
          <a:ln/>
        </p:spPr>
        <p:txBody>
          <a:bodyPr/>
          <a:lstStyle/>
          <a:p>
            <a:endParaRPr lang="en-US" sz="1500"/>
          </a:p>
        </p:txBody>
      </p:sp>
      <p:pic>
        <p:nvPicPr>
          <p:cNvPr id="21" name="Image 2" descr="preencoded.png"/>
          <p:cNvPicPr>
            <a:picLocks noChangeAspect="1"/>
          </p:cNvPicPr>
          <p:nvPr/>
        </p:nvPicPr>
        <p:blipFill>
          <a:blip r:embed="rId5"/>
          <a:stretch>
            <a:fillRect/>
          </a:stretch>
        </p:blipFill>
        <p:spPr>
          <a:xfrm>
            <a:off x="3393556" y="5133582"/>
            <a:ext cx="388801" cy="486000"/>
          </a:xfrm>
          <a:prstGeom prst="rect">
            <a:avLst/>
          </a:prstGeom>
        </p:spPr>
      </p:pic>
      <p:sp>
        <p:nvSpPr>
          <p:cNvPr id="22" name="Text 17"/>
          <p:cNvSpPr/>
          <p:nvPr/>
        </p:nvSpPr>
        <p:spPr>
          <a:xfrm>
            <a:off x="782108" y="5544172"/>
            <a:ext cx="1762423" cy="180876"/>
          </a:xfrm>
          <a:prstGeom prst="rect">
            <a:avLst/>
          </a:prstGeom>
          <a:noFill/>
          <a:ln/>
        </p:spPr>
        <p:txBody>
          <a:bodyPr wrap="none" lIns="0" tIns="0" rIns="0" bIns="0" rtlCol="0" anchor="t"/>
          <a:lstStyle/>
          <a:p>
            <a:pPr>
              <a:lnSpc>
                <a:spcPts val="1417"/>
              </a:lnSpc>
            </a:pPr>
            <a:r>
              <a:rPr lang="en-US" sz="1600" b="1" dirty="0">
                <a:solidFill>
                  <a:srgbClr val="333F70"/>
                </a:solidFill>
                <a:latin typeface="Unbounded Bold" pitchFamily="34" charset="0"/>
                <a:ea typeface="Unbounded Bold" pitchFamily="34" charset="-122"/>
              </a:rPr>
              <a:t>Resnet50</a:t>
            </a:r>
            <a:endParaRPr lang="en-US" sz="1600" dirty="0"/>
          </a:p>
        </p:txBody>
      </p:sp>
      <p:sp>
        <p:nvSpPr>
          <p:cNvPr id="23" name="Text 18"/>
          <p:cNvSpPr/>
          <p:nvPr/>
        </p:nvSpPr>
        <p:spPr>
          <a:xfrm>
            <a:off x="782108" y="5852417"/>
            <a:ext cx="5594053" cy="185242"/>
          </a:xfrm>
          <a:prstGeom prst="rect">
            <a:avLst/>
          </a:prstGeom>
          <a:noFill/>
          <a:ln/>
        </p:spPr>
        <p:txBody>
          <a:bodyPr wrap="none" lIns="0" tIns="0" rIns="0" bIns="0" rtlCol="0" anchor="t"/>
          <a:lstStyle/>
          <a:p>
            <a:pPr>
              <a:lnSpc>
                <a:spcPts val="1458"/>
              </a:lnSpc>
            </a:pP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Deep residual network architecture with skip connections.</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5" name="Image 3" descr="preencoded.png"/>
          <p:cNvPicPr>
            <a:picLocks noChangeAspect="1"/>
          </p:cNvPicPr>
          <p:nvPr/>
        </p:nvPicPr>
        <p:blipFill>
          <a:blip r:embed="rId6"/>
          <a:stretch>
            <a:fillRect/>
          </a:stretch>
        </p:blipFill>
        <p:spPr>
          <a:xfrm>
            <a:off x="7799294" y="697571"/>
            <a:ext cx="4189674" cy="4594093"/>
          </a:xfrm>
          <a:prstGeom prst="rect">
            <a:avLst/>
          </a:prstGeom>
        </p:spPr>
      </p:pic>
      <p:sp>
        <p:nvSpPr>
          <p:cNvPr id="26" name="Text 20"/>
          <p:cNvSpPr/>
          <p:nvPr/>
        </p:nvSpPr>
        <p:spPr>
          <a:xfrm>
            <a:off x="6801049" y="6049962"/>
            <a:ext cx="4735711" cy="185242"/>
          </a:xfrm>
          <a:prstGeom prst="rect">
            <a:avLst/>
          </a:prstGeom>
          <a:noFill/>
          <a:ln/>
        </p:spPr>
        <p:txBody>
          <a:bodyPr wrap="none" lIns="0" tIns="0" rIns="0" bIns="0" rtlCol="0" anchor="t"/>
          <a:lstStyle/>
          <a:p>
            <a:pPr>
              <a:lnSpc>
                <a:spcPts val="1458"/>
              </a:lnSpc>
            </a:pPr>
            <a:endParaRPr lang="en-US" sz="875" dirty="0"/>
          </a:p>
        </p:txBody>
      </p:sp>
      <p:sp>
        <p:nvSpPr>
          <p:cNvPr id="29" name="TextBox 28">
            <a:extLst>
              <a:ext uri="{FF2B5EF4-FFF2-40B4-BE49-F238E27FC236}">
                <a16:creationId xmlns:a16="http://schemas.microsoft.com/office/drawing/2014/main" id="{CC516922-F6CF-C998-B8FA-C749F73FF3F9}"/>
              </a:ext>
            </a:extLst>
          </p:cNvPr>
          <p:cNvSpPr txBox="1"/>
          <p:nvPr/>
        </p:nvSpPr>
        <p:spPr>
          <a:xfrm>
            <a:off x="357673" y="697571"/>
            <a:ext cx="7441621" cy="2554545"/>
          </a:xfrm>
          <a:prstGeom prst="rect">
            <a:avLst/>
          </a:prstGeom>
          <a:noFill/>
        </p:spPr>
        <p:txBody>
          <a:bodyPr wrap="square" rtlCol="0">
            <a:spAutoFit/>
          </a:bodyPr>
          <a:lstStyle/>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Imagine a self-driving car approaching an intersection — it must instantly decide whether to stop, slow down, or turn.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The only clues?</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The traffic signs on the road.</a:t>
            </a: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Our challenge is to teach a machine to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see</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these signs and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understand</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their meaning, just like a human driver. The model should correctly identify whether it’s a speed limit, stop sign, no entry, or any other rule — and do it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in real time</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To tackle this, we use the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German Traffic Sign Recognition Benchmark (GTSRB)</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 dataset of real-world traffic sign images</a:t>
            </a:r>
          </a:p>
          <a:p>
            <a:endParaRPr lang="en-US"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2418" y="100358"/>
            <a:ext cx="4595515" cy="516732"/>
          </a:xfrm>
          <a:prstGeom prst="rect">
            <a:avLst/>
          </a:prstGeom>
          <a:noFill/>
          <a:ln/>
        </p:spPr>
        <p:txBody>
          <a:bodyPr wrap="none" lIns="0" tIns="0" rIns="0" bIns="0" rtlCol="0" anchor="t"/>
          <a:lstStyle/>
          <a:p>
            <a:pPr>
              <a:lnSpc>
                <a:spcPts val="4042"/>
              </a:lnSpc>
            </a:pPr>
            <a:r>
              <a:rPr lang="en-US" sz="3250" b="1" dirty="0">
                <a:solidFill>
                  <a:srgbClr val="333F70"/>
                </a:solidFill>
                <a:latin typeface="Unbounded Bold" pitchFamily="34" charset="0"/>
                <a:ea typeface="Unbounded Bold" pitchFamily="34" charset="-122"/>
                <a:cs typeface="Unbounded Bold" pitchFamily="34" charset="-120"/>
              </a:rPr>
              <a:t>Literature Review</a:t>
            </a:r>
            <a:endParaRPr lang="en-US" sz="3250" dirty="0"/>
          </a:p>
        </p:txBody>
      </p:sp>
      <p:sp>
        <p:nvSpPr>
          <p:cNvPr id="3" name="Shape 1"/>
          <p:cNvSpPr/>
          <p:nvPr/>
        </p:nvSpPr>
        <p:spPr>
          <a:xfrm>
            <a:off x="252419" y="832644"/>
            <a:ext cx="6634855" cy="1339402"/>
          </a:xfrm>
          <a:prstGeom prst="roundRect">
            <a:avLst>
              <a:gd name="adj" fmla="val 3892"/>
            </a:avLst>
          </a:prstGeom>
          <a:solidFill>
            <a:srgbClr val="FFFFFF"/>
          </a:solidFill>
          <a:ln w="22860">
            <a:solidFill>
              <a:srgbClr val="BCDBD4"/>
            </a:solidFill>
            <a:prstDash val="solid"/>
          </a:ln>
        </p:spPr>
        <p:txBody>
          <a:bodyPr/>
          <a:lstStyle/>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Benchmark &amp; Data</a:t>
            </a:r>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GTSRB</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43 classes, ~50k images; real-world variation (scale, blur, lighting, occlusion).</a:t>
            </a:r>
          </a:p>
          <a:p>
            <a:pPr marL="285750" indent="-285750">
              <a:buFont typeface="Arial" panose="020B0604020202020204" pitchFamily="34" charset="0"/>
              <a:buChar char="•"/>
            </a:pP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Detection benchmark also released for full-scene images.</a:t>
            </a: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endParaRPr lang="en-US" sz="15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1">
            <a:extLst>
              <a:ext uri="{FF2B5EF4-FFF2-40B4-BE49-F238E27FC236}">
                <a16:creationId xmlns:a16="http://schemas.microsoft.com/office/drawing/2014/main" id="{57E82D90-5750-38FC-4DEC-7F2CCB5F706C}"/>
              </a:ext>
            </a:extLst>
          </p:cNvPr>
          <p:cNvSpPr/>
          <p:nvPr/>
        </p:nvSpPr>
        <p:spPr>
          <a:xfrm>
            <a:off x="252418" y="2387600"/>
            <a:ext cx="6634855" cy="2934046"/>
          </a:xfrm>
          <a:prstGeom prst="roundRect">
            <a:avLst>
              <a:gd name="adj" fmla="val 3892"/>
            </a:avLst>
          </a:prstGeom>
          <a:solidFill>
            <a:srgbClr val="FFFFFF"/>
          </a:solidFill>
          <a:ln w="22860">
            <a:solidFill>
              <a:srgbClr val="BCDBD4"/>
            </a:solidFill>
            <a:prstDash val="solid"/>
          </a:ln>
        </p:spPr>
        <p:txBody>
          <a:bodyPr/>
          <a:lstStyle/>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What’s been tried</a:t>
            </a:r>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Early CNNs</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multi-scale conv nets establish strong baselines.</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Multi-Column DNNs (MCDNN)</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ensemble of CNNs reaches ~99.4% on GTSRB.</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Transfer Learning</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VGG/</a:t>
            </a:r>
            <a:r>
              <a:rPr lang="en-IN" sz="16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ResNet</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fine-tuning achieves ~95–99% depending on layers unfrozen, augmentation, and schedule.</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Inception (+ Spatial Transformer)</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reported ~99.8% at the time.</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Efficiency Models</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MobileNet</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targets on-device inference.</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Vision Transformers (</a:t>
            </a:r>
            <a:r>
              <a:rPr lang="en-IN" sz="16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ViT</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competitive with large-scale pretraining.</a:t>
            </a:r>
          </a:p>
        </p:txBody>
      </p:sp>
      <p:sp>
        <p:nvSpPr>
          <p:cNvPr id="10" name="Shape 1">
            <a:extLst>
              <a:ext uri="{FF2B5EF4-FFF2-40B4-BE49-F238E27FC236}">
                <a16:creationId xmlns:a16="http://schemas.microsoft.com/office/drawing/2014/main" id="{EE51D81E-A0D3-F6F0-3994-81538C6A55BB}"/>
              </a:ext>
            </a:extLst>
          </p:cNvPr>
          <p:cNvSpPr/>
          <p:nvPr/>
        </p:nvSpPr>
        <p:spPr>
          <a:xfrm>
            <a:off x="7115875" y="832644"/>
            <a:ext cx="4572000" cy="1745802"/>
          </a:xfrm>
          <a:prstGeom prst="roundRect">
            <a:avLst>
              <a:gd name="adj" fmla="val 3892"/>
            </a:avLst>
          </a:prstGeom>
          <a:solidFill>
            <a:srgbClr val="FFFFFF"/>
          </a:solidFill>
          <a:ln w="22860">
            <a:solidFill>
              <a:srgbClr val="BCDBD4"/>
            </a:solidFill>
            <a:prstDash val="solid"/>
          </a:ln>
        </p:spPr>
        <p:txBody>
          <a:bodyPr/>
          <a:lstStyle/>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Known gaps</a:t>
            </a:r>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Class imbalance</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 hurts rare signs.</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Fine-grained confusions</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(e.g., nearby speed limits).</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Small/occluded signs</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motion blur, glare.</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Generalization</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beyond GTSRB.</a:t>
            </a:r>
          </a:p>
          <a:p>
            <a:endParaRPr lang="en-US" sz="15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1">
            <a:extLst>
              <a:ext uri="{FF2B5EF4-FFF2-40B4-BE49-F238E27FC236}">
                <a16:creationId xmlns:a16="http://schemas.microsoft.com/office/drawing/2014/main" id="{FB905C9E-3097-3ABB-0A15-B6A36FD33752}"/>
              </a:ext>
            </a:extLst>
          </p:cNvPr>
          <p:cNvSpPr/>
          <p:nvPr/>
        </p:nvSpPr>
        <p:spPr>
          <a:xfrm>
            <a:off x="7115875" y="2812532"/>
            <a:ext cx="4572000" cy="2509114"/>
          </a:xfrm>
          <a:prstGeom prst="roundRect">
            <a:avLst>
              <a:gd name="adj" fmla="val 3892"/>
            </a:avLst>
          </a:prstGeom>
          <a:solidFill>
            <a:srgbClr val="FFFFFF"/>
          </a:solidFill>
          <a:ln w="22860">
            <a:solidFill>
              <a:srgbClr val="BCDBD4"/>
            </a:solidFill>
            <a:prstDash val="solid"/>
          </a:ln>
        </p:spPr>
        <p:txBody>
          <a:bodyPr/>
          <a:lstStyle/>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Our positioning</a:t>
            </a:r>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Compare a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compact 64×64 CNN</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 transfer</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and an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MLP baseline</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Stratified split</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balanced oversampling (train only)</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and targeted </a:t>
            </a: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augmentations</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Evaluation</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macro/micro metrics, row-normalized confusion matrix, per-class counts, error gallery.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08607" y="312841"/>
            <a:ext cx="6402784" cy="618133"/>
          </a:xfrm>
          <a:prstGeom prst="rect">
            <a:avLst/>
          </a:prstGeom>
          <a:noFill/>
          <a:ln/>
        </p:spPr>
        <p:txBody>
          <a:bodyPr wrap="square" lIns="0" tIns="0" rIns="0" bIns="0" rtlCol="0" anchor="t"/>
          <a:lstStyle/>
          <a:p>
            <a:pPr>
              <a:lnSpc>
                <a:spcPts val="2417"/>
              </a:lnSpc>
            </a:pPr>
            <a:r>
              <a:rPr lang="en-US" sz="2800" b="1" dirty="0">
                <a:solidFill>
                  <a:srgbClr val="333F70"/>
                </a:solidFill>
                <a:latin typeface="Unbounded Bold" pitchFamily="34" charset="0"/>
                <a:ea typeface="Unbounded Bold" pitchFamily="34" charset="-122"/>
                <a:cs typeface="Unbounded Bold" pitchFamily="34" charset="-120"/>
              </a:rPr>
              <a:t>Dataset: German Traffic Sign Recognition Benchmark (GTSRB)</a:t>
            </a:r>
            <a:endParaRPr lang="en-US" sz="2800" dirty="0"/>
          </a:p>
        </p:txBody>
      </p:sp>
      <p:sp>
        <p:nvSpPr>
          <p:cNvPr id="4" name="Shape 1"/>
          <p:cNvSpPr/>
          <p:nvPr/>
        </p:nvSpPr>
        <p:spPr>
          <a:xfrm>
            <a:off x="601222" y="1000285"/>
            <a:ext cx="98822" cy="98822"/>
          </a:xfrm>
          <a:prstGeom prst="roundRect">
            <a:avLst>
              <a:gd name="adj" fmla="val 385543"/>
            </a:avLst>
          </a:prstGeom>
          <a:solidFill>
            <a:srgbClr val="26A688"/>
          </a:solidFill>
          <a:ln/>
        </p:spPr>
        <p:txBody>
          <a:bodyPr/>
          <a:lstStyle/>
          <a:p>
            <a:endParaRPr lang="en-US" sz="1500"/>
          </a:p>
        </p:txBody>
      </p:sp>
      <p:sp>
        <p:nvSpPr>
          <p:cNvPr id="5" name="Shape 2"/>
          <p:cNvSpPr/>
          <p:nvPr/>
        </p:nvSpPr>
        <p:spPr>
          <a:xfrm>
            <a:off x="719789" y="1000285"/>
            <a:ext cx="98822" cy="98822"/>
          </a:xfrm>
          <a:prstGeom prst="roundRect">
            <a:avLst>
              <a:gd name="adj" fmla="val 385543"/>
            </a:avLst>
          </a:prstGeom>
          <a:solidFill>
            <a:srgbClr val="26A688"/>
          </a:solidFill>
          <a:ln/>
        </p:spPr>
        <p:txBody>
          <a:bodyPr/>
          <a:lstStyle/>
          <a:p>
            <a:endParaRPr lang="en-US" sz="1500"/>
          </a:p>
        </p:txBody>
      </p:sp>
      <p:sp>
        <p:nvSpPr>
          <p:cNvPr id="6" name="Shape 3"/>
          <p:cNvSpPr/>
          <p:nvPr/>
        </p:nvSpPr>
        <p:spPr>
          <a:xfrm>
            <a:off x="838356" y="1000285"/>
            <a:ext cx="98822" cy="98822"/>
          </a:xfrm>
          <a:prstGeom prst="roundRect">
            <a:avLst>
              <a:gd name="adj" fmla="val 385543"/>
            </a:avLst>
          </a:prstGeom>
          <a:solidFill>
            <a:srgbClr val="26A688"/>
          </a:solidFill>
          <a:ln/>
        </p:spPr>
        <p:txBody>
          <a:bodyPr/>
          <a:lstStyle/>
          <a:p>
            <a:endParaRPr lang="en-US" sz="1500"/>
          </a:p>
        </p:txBody>
      </p:sp>
      <p:sp>
        <p:nvSpPr>
          <p:cNvPr id="7" name="Shape 4"/>
          <p:cNvSpPr/>
          <p:nvPr/>
        </p:nvSpPr>
        <p:spPr>
          <a:xfrm>
            <a:off x="956921" y="1000285"/>
            <a:ext cx="98822" cy="98822"/>
          </a:xfrm>
          <a:prstGeom prst="roundRect">
            <a:avLst>
              <a:gd name="adj" fmla="val 385543"/>
            </a:avLst>
          </a:prstGeom>
          <a:solidFill>
            <a:srgbClr val="26A688"/>
          </a:solidFill>
          <a:ln/>
        </p:spPr>
        <p:txBody>
          <a:bodyPr/>
          <a:lstStyle/>
          <a:p>
            <a:endParaRPr lang="en-US" sz="1500"/>
          </a:p>
        </p:txBody>
      </p:sp>
      <p:sp>
        <p:nvSpPr>
          <p:cNvPr id="8" name="Shape 5"/>
          <p:cNvSpPr/>
          <p:nvPr/>
        </p:nvSpPr>
        <p:spPr>
          <a:xfrm>
            <a:off x="1075488" y="1000285"/>
            <a:ext cx="98822" cy="98822"/>
          </a:xfrm>
          <a:prstGeom prst="roundRect">
            <a:avLst>
              <a:gd name="adj" fmla="val 385543"/>
            </a:avLst>
          </a:prstGeom>
          <a:solidFill>
            <a:srgbClr val="26A688"/>
          </a:solidFill>
          <a:ln/>
        </p:spPr>
        <p:txBody>
          <a:bodyPr/>
          <a:lstStyle/>
          <a:p>
            <a:endParaRPr lang="en-US" sz="1500"/>
          </a:p>
        </p:txBody>
      </p:sp>
      <p:sp>
        <p:nvSpPr>
          <p:cNvPr id="9" name="Shape 6"/>
          <p:cNvSpPr/>
          <p:nvPr/>
        </p:nvSpPr>
        <p:spPr>
          <a:xfrm>
            <a:off x="1194055" y="1000285"/>
            <a:ext cx="98822" cy="98822"/>
          </a:xfrm>
          <a:prstGeom prst="roundRect">
            <a:avLst>
              <a:gd name="adj" fmla="val 385543"/>
            </a:avLst>
          </a:prstGeom>
          <a:solidFill>
            <a:srgbClr val="26A688"/>
          </a:solidFill>
          <a:ln/>
        </p:spPr>
        <p:txBody>
          <a:bodyPr/>
          <a:lstStyle/>
          <a:p>
            <a:endParaRPr lang="en-US" sz="1500"/>
          </a:p>
        </p:txBody>
      </p:sp>
      <p:sp>
        <p:nvSpPr>
          <p:cNvPr id="10" name="Shape 7"/>
          <p:cNvSpPr/>
          <p:nvPr/>
        </p:nvSpPr>
        <p:spPr>
          <a:xfrm>
            <a:off x="1312621" y="1000285"/>
            <a:ext cx="98822" cy="98822"/>
          </a:xfrm>
          <a:prstGeom prst="roundRect">
            <a:avLst>
              <a:gd name="adj" fmla="val 385543"/>
            </a:avLst>
          </a:prstGeom>
          <a:solidFill>
            <a:srgbClr val="26A688"/>
          </a:solidFill>
          <a:ln/>
        </p:spPr>
        <p:txBody>
          <a:bodyPr/>
          <a:lstStyle/>
          <a:p>
            <a:endParaRPr lang="en-US" sz="1500"/>
          </a:p>
        </p:txBody>
      </p:sp>
      <p:sp>
        <p:nvSpPr>
          <p:cNvPr id="11" name="Shape 8"/>
          <p:cNvSpPr/>
          <p:nvPr/>
        </p:nvSpPr>
        <p:spPr>
          <a:xfrm>
            <a:off x="1431187" y="1000285"/>
            <a:ext cx="98822" cy="98822"/>
          </a:xfrm>
          <a:prstGeom prst="roundRect">
            <a:avLst>
              <a:gd name="adj" fmla="val 385543"/>
            </a:avLst>
          </a:prstGeom>
          <a:solidFill>
            <a:srgbClr val="26A688"/>
          </a:solidFill>
          <a:ln/>
        </p:spPr>
        <p:txBody>
          <a:bodyPr/>
          <a:lstStyle/>
          <a:p>
            <a:endParaRPr lang="en-US" sz="1500"/>
          </a:p>
        </p:txBody>
      </p:sp>
      <p:sp>
        <p:nvSpPr>
          <p:cNvPr id="12" name="Shape 9"/>
          <p:cNvSpPr/>
          <p:nvPr/>
        </p:nvSpPr>
        <p:spPr>
          <a:xfrm>
            <a:off x="1549754" y="1000285"/>
            <a:ext cx="98822" cy="98822"/>
          </a:xfrm>
          <a:prstGeom prst="roundRect">
            <a:avLst>
              <a:gd name="adj" fmla="val 385543"/>
            </a:avLst>
          </a:prstGeom>
          <a:solidFill>
            <a:srgbClr val="26A688"/>
          </a:solidFill>
          <a:ln/>
        </p:spPr>
        <p:txBody>
          <a:bodyPr/>
          <a:lstStyle/>
          <a:p>
            <a:endParaRPr lang="en-US" sz="1500"/>
          </a:p>
        </p:txBody>
      </p:sp>
      <p:sp>
        <p:nvSpPr>
          <p:cNvPr id="13" name="Shape 10"/>
          <p:cNvSpPr/>
          <p:nvPr/>
        </p:nvSpPr>
        <p:spPr>
          <a:xfrm>
            <a:off x="1668321" y="1000285"/>
            <a:ext cx="98822" cy="98822"/>
          </a:xfrm>
          <a:prstGeom prst="roundRect">
            <a:avLst>
              <a:gd name="adj" fmla="val 385543"/>
            </a:avLst>
          </a:prstGeom>
          <a:solidFill>
            <a:srgbClr val="26A688"/>
          </a:solidFill>
          <a:ln/>
        </p:spPr>
        <p:txBody>
          <a:bodyPr/>
          <a:lstStyle/>
          <a:p>
            <a:endParaRPr lang="en-US" sz="1500"/>
          </a:p>
        </p:txBody>
      </p:sp>
      <p:sp>
        <p:nvSpPr>
          <p:cNvPr id="14" name="Shape 11"/>
          <p:cNvSpPr/>
          <p:nvPr/>
        </p:nvSpPr>
        <p:spPr>
          <a:xfrm>
            <a:off x="601222" y="1118852"/>
            <a:ext cx="98822" cy="98822"/>
          </a:xfrm>
          <a:prstGeom prst="roundRect">
            <a:avLst>
              <a:gd name="adj" fmla="val 385543"/>
            </a:avLst>
          </a:prstGeom>
          <a:solidFill>
            <a:srgbClr val="26A688"/>
          </a:solidFill>
          <a:ln/>
        </p:spPr>
        <p:txBody>
          <a:bodyPr/>
          <a:lstStyle/>
          <a:p>
            <a:endParaRPr lang="en-US" sz="1500"/>
          </a:p>
        </p:txBody>
      </p:sp>
      <p:sp>
        <p:nvSpPr>
          <p:cNvPr id="15" name="Shape 12"/>
          <p:cNvSpPr/>
          <p:nvPr/>
        </p:nvSpPr>
        <p:spPr>
          <a:xfrm>
            <a:off x="719789" y="1118852"/>
            <a:ext cx="98822" cy="98822"/>
          </a:xfrm>
          <a:prstGeom prst="roundRect">
            <a:avLst>
              <a:gd name="adj" fmla="val 385543"/>
            </a:avLst>
          </a:prstGeom>
          <a:solidFill>
            <a:srgbClr val="26A688"/>
          </a:solidFill>
          <a:ln/>
        </p:spPr>
        <p:txBody>
          <a:bodyPr/>
          <a:lstStyle/>
          <a:p>
            <a:endParaRPr lang="en-US" sz="1500"/>
          </a:p>
        </p:txBody>
      </p:sp>
      <p:sp>
        <p:nvSpPr>
          <p:cNvPr id="16" name="Shape 13"/>
          <p:cNvSpPr/>
          <p:nvPr/>
        </p:nvSpPr>
        <p:spPr>
          <a:xfrm>
            <a:off x="838356" y="1118852"/>
            <a:ext cx="98822" cy="98822"/>
          </a:xfrm>
          <a:prstGeom prst="roundRect">
            <a:avLst>
              <a:gd name="adj" fmla="val 385543"/>
            </a:avLst>
          </a:prstGeom>
          <a:solidFill>
            <a:srgbClr val="26A688"/>
          </a:solidFill>
          <a:ln/>
        </p:spPr>
        <p:txBody>
          <a:bodyPr/>
          <a:lstStyle/>
          <a:p>
            <a:endParaRPr lang="en-US" sz="1500"/>
          </a:p>
        </p:txBody>
      </p:sp>
      <p:sp>
        <p:nvSpPr>
          <p:cNvPr id="17" name="Shape 14"/>
          <p:cNvSpPr/>
          <p:nvPr/>
        </p:nvSpPr>
        <p:spPr>
          <a:xfrm>
            <a:off x="956921" y="1118852"/>
            <a:ext cx="98822" cy="98822"/>
          </a:xfrm>
          <a:prstGeom prst="roundRect">
            <a:avLst>
              <a:gd name="adj" fmla="val 385543"/>
            </a:avLst>
          </a:prstGeom>
          <a:solidFill>
            <a:srgbClr val="26A688"/>
          </a:solidFill>
          <a:ln/>
        </p:spPr>
        <p:txBody>
          <a:bodyPr/>
          <a:lstStyle/>
          <a:p>
            <a:endParaRPr lang="en-US" sz="1500"/>
          </a:p>
        </p:txBody>
      </p:sp>
      <p:sp>
        <p:nvSpPr>
          <p:cNvPr id="18" name="Shape 15"/>
          <p:cNvSpPr/>
          <p:nvPr/>
        </p:nvSpPr>
        <p:spPr>
          <a:xfrm>
            <a:off x="1075488" y="1118852"/>
            <a:ext cx="98822" cy="98822"/>
          </a:xfrm>
          <a:prstGeom prst="roundRect">
            <a:avLst>
              <a:gd name="adj" fmla="val 385543"/>
            </a:avLst>
          </a:prstGeom>
          <a:solidFill>
            <a:srgbClr val="26A688"/>
          </a:solidFill>
          <a:ln/>
        </p:spPr>
        <p:txBody>
          <a:bodyPr/>
          <a:lstStyle/>
          <a:p>
            <a:endParaRPr lang="en-US" sz="1500"/>
          </a:p>
        </p:txBody>
      </p:sp>
      <p:sp>
        <p:nvSpPr>
          <p:cNvPr id="19" name="Shape 16"/>
          <p:cNvSpPr/>
          <p:nvPr/>
        </p:nvSpPr>
        <p:spPr>
          <a:xfrm>
            <a:off x="1194055" y="1118852"/>
            <a:ext cx="98822" cy="98822"/>
          </a:xfrm>
          <a:prstGeom prst="roundRect">
            <a:avLst>
              <a:gd name="adj" fmla="val 385543"/>
            </a:avLst>
          </a:prstGeom>
          <a:solidFill>
            <a:srgbClr val="26A688"/>
          </a:solidFill>
          <a:ln/>
        </p:spPr>
        <p:txBody>
          <a:bodyPr/>
          <a:lstStyle/>
          <a:p>
            <a:endParaRPr lang="en-US" sz="1500"/>
          </a:p>
        </p:txBody>
      </p:sp>
      <p:sp>
        <p:nvSpPr>
          <p:cNvPr id="20" name="Shape 17"/>
          <p:cNvSpPr/>
          <p:nvPr/>
        </p:nvSpPr>
        <p:spPr>
          <a:xfrm>
            <a:off x="1312621" y="1118852"/>
            <a:ext cx="98822" cy="98822"/>
          </a:xfrm>
          <a:prstGeom prst="roundRect">
            <a:avLst>
              <a:gd name="adj" fmla="val 385543"/>
            </a:avLst>
          </a:prstGeom>
          <a:solidFill>
            <a:srgbClr val="26A688"/>
          </a:solidFill>
          <a:ln/>
        </p:spPr>
        <p:txBody>
          <a:bodyPr/>
          <a:lstStyle/>
          <a:p>
            <a:endParaRPr lang="en-US" sz="1500"/>
          </a:p>
        </p:txBody>
      </p:sp>
      <p:sp>
        <p:nvSpPr>
          <p:cNvPr id="21" name="Shape 18"/>
          <p:cNvSpPr/>
          <p:nvPr/>
        </p:nvSpPr>
        <p:spPr>
          <a:xfrm>
            <a:off x="1431187" y="1118852"/>
            <a:ext cx="98822" cy="98822"/>
          </a:xfrm>
          <a:prstGeom prst="roundRect">
            <a:avLst>
              <a:gd name="adj" fmla="val 385543"/>
            </a:avLst>
          </a:prstGeom>
          <a:solidFill>
            <a:srgbClr val="26A688"/>
          </a:solidFill>
          <a:ln/>
        </p:spPr>
        <p:txBody>
          <a:bodyPr/>
          <a:lstStyle/>
          <a:p>
            <a:endParaRPr lang="en-US" sz="1500"/>
          </a:p>
        </p:txBody>
      </p:sp>
      <p:sp>
        <p:nvSpPr>
          <p:cNvPr id="22" name="Shape 19"/>
          <p:cNvSpPr/>
          <p:nvPr/>
        </p:nvSpPr>
        <p:spPr>
          <a:xfrm>
            <a:off x="1549754" y="1118852"/>
            <a:ext cx="98822" cy="98822"/>
          </a:xfrm>
          <a:prstGeom prst="roundRect">
            <a:avLst>
              <a:gd name="adj" fmla="val 385543"/>
            </a:avLst>
          </a:prstGeom>
          <a:solidFill>
            <a:srgbClr val="26A688"/>
          </a:solidFill>
          <a:ln/>
        </p:spPr>
        <p:txBody>
          <a:bodyPr/>
          <a:lstStyle/>
          <a:p>
            <a:endParaRPr lang="en-US" sz="1500"/>
          </a:p>
        </p:txBody>
      </p:sp>
      <p:sp>
        <p:nvSpPr>
          <p:cNvPr id="23" name="Shape 20"/>
          <p:cNvSpPr/>
          <p:nvPr/>
        </p:nvSpPr>
        <p:spPr>
          <a:xfrm>
            <a:off x="1668321" y="1118852"/>
            <a:ext cx="98822" cy="98822"/>
          </a:xfrm>
          <a:prstGeom prst="roundRect">
            <a:avLst>
              <a:gd name="adj" fmla="val 385543"/>
            </a:avLst>
          </a:prstGeom>
          <a:solidFill>
            <a:srgbClr val="26A688"/>
          </a:solidFill>
          <a:ln/>
        </p:spPr>
        <p:txBody>
          <a:bodyPr/>
          <a:lstStyle/>
          <a:p>
            <a:endParaRPr lang="en-US" sz="1500"/>
          </a:p>
        </p:txBody>
      </p:sp>
      <p:sp>
        <p:nvSpPr>
          <p:cNvPr id="24" name="Shape 21"/>
          <p:cNvSpPr/>
          <p:nvPr/>
        </p:nvSpPr>
        <p:spPr>
          <a:xfrm>
            <a:off x="601222" y="1237418"/>
            <a:ext cx="98822" cy="98822"/>
          </a:xfrm>
          <a:prstGeom prst="roundRect">
            <a:avLst>
              <a:gd name="adj" fmla="val 385543"/>
            </a:avLst>
          </a:prstGeom>
          <a:solidFill>
            <a:srgbClr val="26A688"/>
          </a:solidFill>
          <a:ln/>
        </p:spPr>
        <p:txBody>
          <a:bodyPr/>
          <a:lstStyle/>
          <a:p>
            <a:endParaRPr lang="en-US" sz="1500"/>
          </a:p>
        </p:txBody>
      </p:sp>
      <p:sp>
        <p:nvSpPr>
          <p:cNvPr id="25" name="Shape 22"/>
          <p:cNvSpPr/>
          <p:nvPr/>
        </p:nvSpPr>
        <p:spPr>
          <a:xfrm>
            <a:off x="719789" y="1237418"/>
            <a:ext cx="98822" cy="98822"/>
          </a:xfrm>
          <a:prstGeom prst="roundRect">
            <a:avLst>
              <a:gd name="adj" fmla="val 385543"/>
            </a:avLst>
          </a:prstGeom>
          <a:solidFill>
            <a:srgbClr val="26A688"/>
          </a:solidFill>
          <a:ln/>
        </p:spPr>
        <p:txBody>
          <a:bodyPr/>
          <a:lstStyle/>
          <a:p>
            <a:endParaRPr lang="en-US" sz="1500"/>
          </a:p>
        </p:txBody>
      </p:sp>
      <p:sp>
        <p:nvSpPr>
          <p:cNvPr id="26" name="Shape 23"/>
          <p:cNvSpPr/>
          <p:nvPr/>
        </p:nvSpPr>
        <p:spPr>
          <a:xfrm>
            <a:off x="838356" y="1237418"/>
            <a:ext cx="98822" cy="98822"/>
          </a:xfrm>
          <a:prstGeom prst="roundRect">
            <a:avLst>
              <a:gd name="adj" fmla="val 385543"/>
            </a:avLst>
          </a:prstGeom>
          <a:solidFill>
            <a:srgbClr val="26A688"/>
          </a:solidFill>
          <a:ln/>
        </p:spPr>
        <p:txBody>
          <a:bodyPr/>
          <a:lstStyle/>
          <a:p>
            <a:endParaRPr lang="en-US" sz="1500"/>
          </a:p>
        </p:txBody>
      </p:sp>
      <p:sp>
        <p:nvSpPr>
          <p:cNvPr id="27" name="Shape 24"/>
          <p:cNvSpPr/>
          <p:nvPr/>
        </p:nvSpPr>
        <p:spPr>
          <a:xfrm>
            <a:off x="956921" y="1237418"/>
            <a:ext cx="98822" cy="98822"/>
          </a:xfrm>
          <a:prstGeom prst="roundRect">
            <a:avLst>
              <a:gd name="adj" fmla="val 385543"/>
            </a:avLst>
          </a:prstGeom>
          <a:solidFill>
            <a:srgbClr val="26A688"/>
          </a:solidFill>
          <a:ln/>
        </p:spPr>
        <p:txBody>
          <a:bodyPr/>
          <a:lstStyle/>
          <a:p>
            <a:endParaRPr lang="en-US" sz="1500"/>
          </a:p>
        </p:txBody>
      </p:sp>
      <p:sp>
        <p:nvSpPr>
          <p:cNvPr id="28" name="Shape 25"/>
          <p:cNvSpPr/>
          <p:nvPr/>
        </p:nvSpPr>
        <p:spPr>
          <a:xfrm>
            <a:off x="1075488" y="1237418"/>
            <a:ext cx="98822" cy="98822"/>
          </a:xfrm>
          <a:prstGeom prst="roundRect">
            <a:avLst>
              <a:gd name="adj" fmla="val 385543"/>
            </a:avLst>
          </a:prstGeom>
          <a:solidFill>
            <a:srgbClr val="26A688"/>
          </a:solidFill>
          <a:ln/>
        </p:spPr>
        <p:txBody>
          <a:bodyPr/>
          <a:lstStyle/>
          <a:p>
            <a:endParaRPr lang="en-US" sz="1500"/>
          </a:p>
        </p:txBody>
      </p:sp>
      <p:sp>
        <p:nvSpPr>
          <p:cNvPr id="29" name="Shape 26"/>
          <p:cNvSpPr/>
          <p:nvPr/>
        </p:nvSpPr>
        <p:spPr>
          <a:xfrm>
            <a:off x="1194055" y="1237418"/>
            <a:ext cx="98822" cy="98822"/>
          </a:xfrm>
          <a:prstGeom prst="roundRect">
            <a:avLst>
              <a:gd name="adj" fmla="val 385543"/>
            </a:avLst>
          </a:prstGeom>
          <a:solidFill>
            <a:srgbClr val="26A688"/>
          </a:solidFill>
          <a:ln/>
        </p:spPr>
        <p:txBody>
          <a:bodyPr/>
          <a:lstStyle/>
          <a:p>
            <a:endParaRPr lang="en-US" sz="1500"/>
          </a:p>
        </p:txBody>
      </p:sp>
      <p:sp>
        <p:nvSpPr>
          <p:cNvPr id="30" name="Shape 27"/>
          <p:cNvSpPr/>
          <p:nvPr/>
        </p:nvSpPr>
        <p:spPr>
          <a:xfrm>
            <a:off x="1312621" y="1237418"/>
            <a:ext cx="98822" cy="98822"/>
          </a:xfrm>
          <a:prstGeom prst="roundRect">
            <a:avLst>
              <a:gd name="adj" fmla="val 385543"/>
            </a:avLst>
          </a:prstGeom>
          <a:solidFill>
            <a:srgbClr val="26A688"/>
          </a:solidFill>
          <a:ln/>
        </p:spPr>
        <p:txBody>
          <a:bodyPr/>
          <a:lstStyle/>
          <a:p>
            <a:endParaRPr lang="en-US" sz="1500"/>
          </a:p>
        </p:txBody>
      </p:sp>
      <p:sp>
        <p:nvSpPr>
          <p:cNvPr id="31" name="Shape 28"/>
          <p:cNvSpPr/>
          <p:nvPr/>
        </p:nvSpPr>
        <p:spPr>
          <a:xfrm>
            <a:off x="1431187" y="1237418"/>
            <a:ext cx="98822" cy="98822"/>
          </a:xfrm>
          <a:prstGeom prst="roundRect">
            <a:avLst>
              <a:gd name="adj" fmla="val 385543"/>
            </a:avLst>
          </a:prstGeom>
          <a:solidFill>
            <a:srgbClr val="26A688"/>
          </a:solidFill>
          <a:ln/>
        </p:spPr>
        <p:txBody>
          <a:bodyPr/>
          <a:lstStyle/>
          <a:p>
            <a:endParaRPr lang="en-US" sz="1500"/>
          </a:p>
        </p:txBody>
      </p:sp>
      <p:sp>
        <p:nvSpPr>
          <p:cNvPr id="32" name="Shape 29"/>
          <p:cNvSpPr/>
          <p:nvPr/>
        </p:nvSpPr>
        <p:spPr>
          <a:xfrm>
            <a:off x="1549754" y="1237418"/>
            <a:ext cx="98822" cy="98822"/>
          </a:xfrm>
          <a:prstGeom prst="roundRect">
            <a:avLst>
              <a:gd name="adj" fmla="val 385543"/>
            </a:avLst>
          </a:prstGeom>
          <a:solidFill>
            <a:srgbClr val="26A688"/>
          </a:solidFill>
          <a:ln/>
        </p:spPr>
        <p:txBody>
          <a:bodyPr/>
          <a:lstStyle/>
          <a:p>
            <a:endParaRPr lang="en-US" sz="1500"/>
          </a:p>
        </p:txBody>
      </p:sp>
      <p:sp>
        <p:nvSpPr>
          <p:cNvPr id="33" name="Shape 30"/>
          <p:cNvSpPr/>
          <p:nvPr/>
        </p:nvSpPr>
        <p:spPr>
          <a:xfrm>
            <a:off x="1668321" y="1237418"/>
            <a:ext cx="98822" cy="98822"/>
          </a:xfrm>
          <a:prstGeom prst="roundRect">
            <a:avLst>
              <a:gd name="adj" fmla="val 385543"/>
            </a:avLst>
          </a:prstGeom>
          <a:solidFill>
            <a:srgbClr val="26A688"/>
          </a:solidFill>
          <a:ln/>
        </p:spPr>
        <p:txBody>
          <a:bodyPr/>
          <a:lstStyle/>
          <a:p>
            <a:endParaRPr lang="en-US" sz="1500"/>
          </a:p>
        </p:txBody>
      </p:sp>
      <p:sp>
        <p:nvSpPr>
          <p:cNvPr id="34" name="Shape 31"/>
          <p:cNvSpPr/>
          <p:nvPr/>
        </p:nvSpPr>
        <p:spPr>
          <a:xfrm>
            <a:off x="601222" y="1355984"/>
            <a:ext cx="98822" cy="98822"/>
          </a:xfrm>
          <a:prstGeom prst="roundRect">
            <a:avLst>
              <a:gd name="adj" fmla="val 385543"/>
            </a:avLst>
          </a:prstGeom>
          <a:solidFill>
            <a:srgbClr val="26A688"/>
          </a:solidFill>
          <a:ln/>
        </p:spPr>
        <p:txBody>
          <a:bodyPr/>
          <a:lstStyle/>
          <a:p>
            <a:endParaRPr lang="en-US" sz="1500"/>
          </a:p>
        </p:txBody>
      </p:sp>
      <p:sp>
        <p:nvSpPr>
          <p:cNvPr id="35" name="Shape 32"/>
          <p:cNvSpPr/>
          <p:nvPr/>
        </p:nvSpPr>
        <p:spPr>
          <a:xfrm>
            <a:off x="719789" y="1355984"/>
            <a:ext cx="98822" cy="98822"/>
          </a:xfrm>
          <a:prstGeom prst="roundRect">
            <a:avLst>
              <a:gd name="adj" fmla="val 385543"/>
            </a:avLst>
          </a:prstGeom>
          <a:solidFill>
            <a:srgbClr val="26A688"/>
          </a:solidFill>
          <a:ln/>
        </p:spPr>
        <p:txBody>
          <a:bodyPr/>
          <a:lstStyle/>
          <a:p>
            <a:endParaRPr lang="en-US" sz="1500"/>
          </a:p>
        </p:txBody>
      </p:sp>
      <p:sp>
        <p:nvSpPr>
          <p:cNvPr id="36" name="Shape 33"/>
          <p:cNvSpPr/>
          <p:nvPr/>
        </p:nvSpPr>
        <p:spPr>
          <a:xfrm>
            <a:off x="838356" y="1355984"/>
            <a:ext cx="98822" cy="98822"/>
          </a:xfrm>
          <a:prstGeom prst="roundRect">
            <a:avLst>
              <a:gd name="adj" fmla="val 385543"/>
            </a:avLst>
          </a:prstGeom>
          <a:solidFill>
            <a:srgbClr val="26A688"/>
          </a:solidFill>
          <a:ln/>
        </p:spPr>
        <p:txBody>
          <a:bodyPr/>
          <a:lstStyle/>
          <a:p>
            <a:endParaRPr lang="en-US" sz="1500"/>
          </a:p>
        </p:txBody>
      </p:sp>
      <p:sp>
        <p:nvSpPr>
          <p:cNvPr id="37" name="Shape 34"/>
          <p:cNvSpPr/>
          <p:nvPr/>
        </p:nvSpPr>
        <p:spPr>
          <a:xfrm>
            <a:off x="956921" y="1355984"/>
            <a:ext cx="98822" cy="98822"/>
          </a:xfrm>
          <a:prstGeom prst="roundRect">
            <a:avLst>
              <a:gd name="adj" fmla="val 385543"/>
            </a:avLst>
          </a:prstGeom>
          <a:solidFill>
            <a:srgbClr val="26A688"/>
          </a:solidFill>
          <a:ln/>
        </p:spPr>
        <p:txBody>
          <a:bodyPr/>
          <a:lstStyle/>
          <a:p>
            <a:endParaRPr lang="en-US" sz="1500"/>
          </a:p>
        </p:txBody>
      </p:sp>
      <p:sp>
        <p:nvSpPr>
          <p:cNvPr id="38" name="Shape 35"/>
          <p:cNvSpPr/>
          <p:nvPr/>
        </p:nvSpPr>
        <p:spPr>
          <a:xfrm>
            <a:off x="1075488" y="1355984"/>
            <a:ext cx="98822" cy="98822"/>
          </a:xfrm>
          <a:prstGeom prst="roundRect">
            <a:avLst>
              <a:gd name="adj" fmla="val 385543"/>
            </a:avLst>
          </a:prstGeom>
          <a:solidFill>
            <a:srgbClr val="26A688"/>
          </a:solidFill>
          <a:ln/>
        </p:spPr>
        <p:txBody>
          <a:bodyPr/>
          <a:lstStyle/>
          <a:p>
            <a:endParaRPr lang="en-US" sz="1500"/>
          </a:p>
        </p:txBody>
      </p:sp>
      <p:sp>
        <p:nvSpPr>
          <p:cNvPr id="39" name="Shape 36"/>
          <p:cNvSpPr/>
          <p:nvPr/>
        </p:nvSpPr>
        <p:spPr>
          <a:xfrm>
            <a:off x="1194055" y="1355984"/>
            <a:ext cx="98822" cy="98822"/>
          </a:xfrm>
          <a:prstGeom prst="roundRect">
            <a:avLst>
              <a:gd name="adj" fmla="val 385543"/>
            </a:avLst>
          </a:prstGeom>
          <a:solidFill>
            <a:srgbClr val="26A688"/>
          </a:solidFill>
          <a:ln/>
        </p:spPr>
        <p:txBody>
          <a:bodyPr/>
          <a:lstStyle/>
          <a:p>
            <a:endParaRPr lang="en-US" sz="1500"/>
          </a:p>
        </p:txBody>
      </p:sp>
      <p:sp>
        <p:nvSpPr>
          <p:cNvPr id="40" name="Shape 37"/>
          <p:cNvSpPr/>
          <p:nvPr/>
        </p:nvSpPr>
        <p:spPr>
          <a:xfrm>
            <a:off x="1312621" y="1355984"/>
            <a:ext cx="98822" cy="98822"/>
          </a:xfrm>
          <a:prstGeom prst="roundRect">
            <a:avLst>
              <a:gd name="adj" fmla="val 385543"/>
            </a:avLst>
          </a:prstGeom>
          <a:solidFill>
            <a:srgbClr val="26A688"/>
          </a:solidFill>
          <a:ln/>
        </p:spPr>
        <p:txBody>
          <a:bodyPr/>
          <a:lstStyle/>
          <a:p>
            <a:endParaRPr lang="en-US" sz="1500"/>
          </a:p>
        </p:txBody>
      </p:sp>
      <p:sp>
        <p:nvSpPr>
          <p:cNvPr id="41" name="Shape 38"/>
          <p:cNvSpPr/>
          <p:nvPr/>
        </p:nvSpPr>
        <p:spPr>
          <a:xfrm>
            <a:off x="1431187" y="1355984"/>
            <a:ext cx="98822" cy="98822"/>
          </a:xfrm>
          <a:prstGeom prst="roundRect">
            <a:avLst>
              <a:gd name="adj" fmla="val 385543"/>
            </a:avLst>
          </a:prstGeom>
          <a:solidFill>
            <a:srgbClr val="26A688"/>
          </a:solidFill>
          <a:ln/>
        </p:spPr>
        <p:txBody>
          <a:bodyPr/>
          <a:lstStyle/>
          <a:p>
            <a:endParaRPr lang="en-US" sz="1500"/>
          </a:p>
        </p:txBody>
      </p:sp>
      <p:sp>
        <p:nvSpPr>
          <p:cNvPr id="42" name="Shape 39"/>
          <p:cNvSpPr/>
          <p:nvPr/>
        </p:nvSpPr>
        <p:spPr>
          <a:xfrm>
            <a:off x="1549754" y="1355984"/>
            <a:ext cx="98822" cy="98822"/>
          </a:xfrm>
          <a:prstGeom prst="roundRect">
            <a:avLst>
              <a:gd name="adj" fmla="val 385543"/>
            </a:avLst>
          </a:prstGeom>
          <a:solidFill>
            <a:srgbClr val="26A688"/>
          </a:solidFill>
          <a:ln/>
        </p:spPr>
        <p:txBody>
          <a:bodyPr/>
          <a:lstStyle/>
          <a:p>
            <a:endParaRPr lang="en-US" sz="1500"/>
          </a:p>
        </p:txBody>
      </p:sp>
      <p:sp>
        <p:nvSpPr>
          <p:cNvPr id="43" name="Shape 40"/>
          <p:cNvSpPr/>
          <p:nvPr/>
        </p:nvSpPr>
        <p:spPr>
          <a:xfrm>
            <a:off x="1668321" y="1355984"/>
            <a:ext cx="98822" cy="98822"/>
          </a:xfrm>
          <a:prstGeom prst="roundRect">
            <a:avLst>
              <a:gd name="adj" fmla="val 385543"/>
            </a:avLst>
          </a:prstGeom>
          <a:solidFill>
            <a:srgbClr val="26A688"/>
          </a:solidFill>
          <a:ln/>
        </p:spPr>
        <p:txBody>
          <a:bodyPr/>
          <a:lstStyle/>
          <a:p>
            <a:endParaRPr lang="en-US" sz="1500"/>
          </a:p>
        </p:txBody>
      </p:sp>
      <p:sp>
        <p:nvSpPr>
          <p:cNvPr id="44" name="Shape 41"/>
          <p:cNvSpPr/>
          <p:nvPr/>
        </p:nvSpPr>
        <p:spPr>
          <a:xfrm>
            <a:off x="601222" y="1474551"/>
            <a:ext cx="98822" cy="98822"/>
          </a:xfrm>
          <a:prstGeom prst="roundRect">
            <a:avLst>
              <a:gd name="adj" fmla="val 385543"/>
            </a:avLst>
          </a:prstGeom>
          <a:solidFill>
            <a:srgbClr val="26A688"/>
          </a:solidFill>
          <a:ln/>
        </p:spPr>
        <p:txBody>
          <a:bodyPr/>
          <a:lstStyle/>
          <a:p>
            <a:endParaRPr lang="en-US" sz="1500"/>
          </a:p>
        </p:txBody>
      </p:sp>
      <p:sp>
        <p:nvSpPr>
          <p:cNvPr id="45" name="Shape 42"/>
          <p:cNvSpPr/>
          <p:nvPr/>
        </p:nvSpPr>
        <p:spPr>
          <a:xfrm>
            <a:off x="719789" y="1474551"/>
            <a:ext cx="98822" cy="98822"/>
          </a:xfrm>
          <a:prstGeom prst="roundRect">
            <a:avLst>
              <a:gd name="adj" fmla="val 385543"/>
            </a:avLst>
          </a:prstGeom>
          <a:solidFill>
            <a:srgbClr val="26A688"/>
          </a:solidFill>
          <a:ln/>
        </p:spPr>
        <p:txBody>
          <a:bodyPr/>
          <a:lstStyle/>
          <a:p>
            <a:endParaRPr lang="en-US" sz="1500"/>
          </a:p>
        </p:txBody>
      </p:sp>
      <p:sp>
        <p:nvSpPr>
          <p:cNvPr id="46" name="Shape 43"/>
          <p:cNvSpPr/>
          <p:nvPr/>
        </p:nvSpPr>
        <p:spPr>
          <a:xfrm>
            <a:off x="838356" y="1474551"/>
            <a:ext cx="98822" cy="98822"/>
          </a:xfrm>
          <a:prstGeom prst="roundRect">
            <a:avLst>
              <a:gd name="adj" fmla="val 385543"/>
            </a:avLst>
          </a:prstGeom>
          <a:solidFill>
            <a:srgbClr val="26A688"/>
          </a:solidFill>
          <a:ln/>
        </p:spPr>
        <p:txBody>
          <a:bodyPr/>
          <a:lstStyle/>
          <a:p>
            <a:endParaRPr lang="en-US" sz="1500"/>
          </a:p>
        </p:txBody>
      </p:sp>
      <p:sp>
        <p:nvSpPr>
          <p:cNvPr id="47" name="Shape 44"/>
          <p:cNvSpPr/>
          <p:nvPr/>
        </p:nvSpPr>
        <p:spPr>
          <a:xfrm>
            <a:off x="956921" y="1474551"/>
            <a:ext cx="98822" cy="98822"/>
          </a:xfrm>
          <a:prstGeom prst="roundRect">
            <a:avLst>
              <a:gd name="adj" fmla="val 385543"/>
            </a:avLst>
          </a:prstGeom>
          <a:solidFill>
            <a:srgbClr val="26A688"/>
          </a:solidFill>
          <a:ln/>
        </p:spPr>
        <p:txBody>
          <a:bodyPr/>
          <a:lstStyle/>
          <a:p>
            <a:endParaRPr lang="en-US" sz="1500"/>
          </a:p>
        </p:txBody>
      </p:sp>
      <p:sp>
        <p:nvSpPr>
          <p:cNvPr id="48" name="Shape 45"/>
          <p:cNvSpPr/>
          <p:nvPr/>
        </p:nvSpPr>
        <p:spPr>
          <a:xfrm>
            <a:off x="1075488" y="1474551"/>
            <a:ext cx="98822" cy="98822"/>
          </a:xfrm>
          <a:prstGeom prst="roundRect">
            <a:avLst>
              <a:gd name="adj" fmla="val 385543"/>
            </a:avLst>
          </a:prstGeom>
          <a:solidFill>
            <a:srgbClr val="26A688"/>
          </a:solidFill>
          <a:ln/>
        </p:spPr>
        <p:txBody>
          <a:bodyPr/>
          <a:lstStyle/>
          <a:p>
            <a:endParaRPr lang="en-US" sz="1500"/>
          </a:p>
        </p:txBody>
      </p:sp>
      <p:sp>
        <p:nvSpPr>
          <p:cNvPr id="49" name="Shape 46"/>
          <p:cNvSpPr/>
          <p:nvPr/>
        </p:nvSpPr>
        <p:spPr>
          <a:xfrm>
            <a:off x="1194055" y="1474551"/>
            <a:ext cx="98822" cy="98822"/>
          </a:xfrm>
          <a:prstGeom prst="roundRect">
            <a:avLst>
              <a:gd name="adj" fmla="val 385543"/>
            </a:avLst>
          </a:prstGeom>
          <a:solidFill>
            <a:srgbClr val="26A688"/>
          </a:solidFill>
          <a:ln/>
        </p:spPr>
        <p:txBody>
          <a:bodyPr/>
          <a:lstStyle/>
          <a:p>
            <a:endParaRPr lang="en-US" sz="1500"/>
          </a:p>
        </p:txBody>
      </p:sp>
      <p:sp>
        <p:nvSpPr>
          <p:cNvPr id="50" name="Shape 47"/>
          <p:cNvSpPr/>
          <p:nvPr/>
        </p:nvSpPr>
        <p:spPr>
          <a:xfrm>
            <a:off x="1312621" y="1474551"/>
            <a:ext cx="98822" cy="98822"/>
          </a:xfrm>
          <a:prstGeom prst="roundRect">
            <a:avLst>
              <a:gd name="adj" fmla="val 385543"/>
            </a:avLst>
          </a:prstGeom>
          <a:solidFill>
            <a:srgbClr val="26A688"/>
          </a:solidFill>
          <a:ln/>
        </p:spPr>
        <p:txBody>
          <a:bodyPr/>
          <a:lstStyle/>
          <a:p>
            <a:endParaRPr lang="en-US" sz="1500"/>
          </a:p>
        </p:txBody>
      </p:sp>
      <p:sp>
        <p:nvSpPr>
          <p:cNvPr id="51" name="Shape 48"/>
          <p:cNvSpPr/>
          <p:nvPr/>
        </p:nvSpPr>
        <p:spPr>
          <a:xfrm>
            <a:off x="1431187" y="1474551"/>
            <a:ext cx="98822" cy="98822"/>
          </a:xfrm>
          <a:prstGeom prst="roundRect">
            <a:avLst>
              <a:gd name="adj" fmla="val 385543"/>
            </a:avLst>
          </a:prstGeom>
          <a:solidFill>
            <a:srgbClr val="26A688"/>
          </a:solidFill>
          <a:ln/>
        </p:spPr>
        <p:txBody>
          <a:bodyPr/>
          <a:lstStyle/>
          <a:p>
            <a:endParaRPr lang="en-US" sz="1500"/>
          </a:p>
        </p:txBody>
      </p:sp>
      <p:sp>
        <p:nvSpPr>
          <p:cNvPr id="52" name="Shape 49"/>
          <p:cNvSpPr/>
          <p:nvPr/>
        </p:nvSpPr>
        <p:spPr>
          <a:xfrm>
            <a:off x="1549754" y="1474551"/>
            <a:ext cx="98822" cy="98822"/>
          </a:xfrm>
          <a:prstGeom prst="roundRect">
            <a:avLst>
              <a:gd name="adj" fmla="val 385543"/>
            </a:avLst>
          </a:prstGeom>
          <a:solidFill>
            <a:srgbClr val="26A688"/>
          </a:solidFill>
          <a:ln/>
        </p:spPr>
        <p:txBody>
          <a:bodyPr/>
          <a:lstStyle/>
          <a:p>
            <a:endParaRPr lang="en-US" sz="1500"/>
          </a:p>
        </p:txBody>
      </p:sp>
      <p:sp>
        <p:nvSpPr>
          <p:cNvPr id="53" name="Shape 50"/>
          <p:cNvSpPr/>
          <p:nvPr/>
        </p:nvSpPr>
        <p:spPr>
          <a:xfrm>
            <a:off x="1668321" y="1474551"/>
            <a:ext cx="98822" cy="98822"/>
          </a:xfrm>
          <a:prstGeom prst="roundRect">
            <a:avLst>
              <a:gd name="adj" fmla="val 385543"/>
            </a:avLst>
          </a:prstGeom>
          <a:solidFill>
            <a:srgbClr val="26A688"/>
          </a:solidFill>
          <a:ln/>
        </p:spPr>
        <p:txBody>
          <a:bodyPr/>
          <a:lstStyle/>
          <a:p>
            <a:endParaRPr lang="en-US" sz="1500"/>
          </a:p>
        </p:txBody>
      </p:sp>
      <p:sp>
        <p:nvSpPr>
          <p:cNvPr id="54" name="Shape 51"/>
          <p:cNvSpPr/>
          <p:nvPr/>
        </p:nvSpPr>
        <p:spPr>
          <a:xfrm>
            <a:off x="601222" y="1593117"/>
            <a:ext cx="98822" cy="98822"/>
          </a:xfrm>
          <a:prstGeom prst="roundRect">
            <a:avLst>
              <a:gd name="adj" fmla="val 385543"/>
            </a:avLst>
          </a:prstGeom>
          <a:solidFill>
            <a:srgbClr val="26A688"/>
          </a:solidFill>
          <a:ln/>
        </p:spPr>
        <p:txBody>
          <a:bodyPr/>
          <a:lstStyle/>
          <a:p>
            <a:endParaRPr lang="en-US" sz="1500"/>
          </a:p>
        </p:txBody>
      </p:sp>
      <p:sp>
        <p:nvSpPr>
          <p:cNvPr id="55" name="Shape 52"/>
          <p:cNvSpPr/>
          <p:nvPr/>
        </p:nvSpPr>
        <p:spPr>
          <a:xfrm>
            <a:off x="719789" y="1593117"/>
            <a:ext cx="98822" cy="98822"/>
          </a:xfrm>
          <a:prstGeom prst="roundRect">
            <a:avLst>
              <a:gd name="adj" fmla="val 385543"/>
            </a:avLst>
          </a:prstGeom>
          <a:solidFill>
            <a:srgbClr val="26A688"/>
          </a:solidFill>
          <a:ln/>
        </p:spPr>
        <p:txBody>
          <a:bodyPr/>
          <a:lstStyle/>
          <a:p>
            <a:endParaRPr lang="en-US" sz="1500"/>
          </a:p>
        </p:txBody>
      </p:sp>
      <p:sp>
        <p:nvSpPr>
          <p:cNvPr id="56" name="Shape 53"/>
          <p:cNvSpPr/>
          <p:nvPr/>
        </p:nvSpPr>
        <p:spPr>
          <a:xfrm>
            <a:off x="838356" y="1593117"/>
            <a:ext cx="98822" cy="98822"/>
          </a:xfrm>
          <a:prstGeom prst="roundRect">
            <a:avLst>
              <a:gd name="adj" fmla="val 385543"/>
            </a:avLst>
          </a:prstGeom>
          <a:solidFill>
            <a:srgbClr val="26A688"/>
          </a:solidFill>
          <a:ln/>
        </p:spPr>
        <p:txBody>
          <a:bodyPr/>
          <a:lstStyle/>
          <a:p>
            <a:endParaRPr lang="en-US" sz="1500"/>
          </a:p>
        </p:txBody>
      </p:sp>
      <p:sp>
        <p:nvSpPr>
          <p:cNvPr id="57" name="Shape 54"/>
          <p:cNvSpPr/>
          <p:nvPr/>
        </p:nvSpPr>
        <p:spPr>
          <a:xfrm>
            <a:off x="956921" y="1593117"/>
            <a:ext cx="98822" cy="98822"/>
          </a:xfrm>
          <a:prstGeom prst="roundRect">
            <a:avLst>
              <a:gd name="adj" fmla="val 385543"/>
            </a:avLst>
          </a:prstGeom>
          <a:solidFill>
            <a:srgbClr val="26A688"/>
          </a:solidFill>
          <a:ln/>
        </p:spPr>
        <p:txBody>
          <a:bodyPr/>
          <a:lstStyle/>
          <a:p>
            <a:endParaRPr lang="en-US" sz="1500"/>
          </a:p>
        </p:txBody>
      </p:sp>
      <p:sp>
        <p:nvSpPr>
          <p:cNvPr id="58" name="Shape 55"/>
          <p:cNvSpPr/>
          <p:nvPr/>
        </p:nvSpPr>
        <p:spPr>
          <a:xfrm>
            <a:off x="1075488" y="1593117"/>
            <a:ext cx="98822" cy="98822"/>
          </a:xfrm>
          <a:prstGeom prst="roundRect">
            <a:avLst>
              <a:gd name="adj" fmla="val 385543"/>
            </a:avLst>
          </a:prstGeom>
          <a:solidFill>
            <a:srgbClr val="26A688"/>
          </a:solidFill>
          <a:ln/>
        </p:spPr>
        <p:txBody>
          <a:bodyPr/>
          <a:lstStyle/>
          <a:p>
            <a:endParaRPr lang="en-US" sz="1500"/>
          </a:p>
        </p:txBody>
      </p:sp>
      <p:sp>
        <p:nvSpPr>
          <p:cNvPr id="59" name="Shape 56"/>
          <p:cNvSpPr/>
          <p:nvPr/>
        </p:nvSpPr>
        <p:spPr>
          <a:xfrm>
            <a:off x="1194055" y="1593117"/>
            <a:ext cx="98822" cy="98822"/>
          </a:xfrm>
          <a:prstGeom prst="roundRect">
            <a:avLst>
              <a:gd name="adj" fmla="val 385543"/>
            </a:avLst>
          </a:prstGeom>
          <a:solidFill>
            <a:srgbClr val="26A688"/>
          </a:solidFill>
          <a:ln/>
        </p:spPr>
        <p:txBody>
          <a:bodyPr/>
          <a:lstStyle/>
          <a:p>
            <a:endParaRPr lang="en-US" sz="1500"/>
          </a:p>
        </p:txBody>
      </p:sp>
      <p:sp>
        <p:nvSpPr>
          <p:cNvPr id="60" name="Shape 57"/>
          <p:cNvSpPr/>
          <p:nvPr/>
        </p:nvSpPr>
        <p:spPr>
          <a:xfrm>
            <a:off x="1312621" y="1593117"/>
            <a:ext cx="98822" cy="98822"/>
          </a:xfrm>
          <a:prstGeom prst="roundRect">
            <a:avLst>
              <a:gd name="adj" fmla="val 385543"/>
            </a:avLst>
          </a:prstGeom>
          <a:solidFill>
            <a:srgbClr val="26A688"/>
          </a:solidFill>
          <a:ln/>
        </p:spPr>
        <p:txBody>
          <a:bodyPr/>
          <a:lstStyle/>
          <a:p>
            <a:endParaRPr lang="en-US" sz="1500"/>
          </a:p>
        </p:txBody>
      </p:sp>
      <p:sp>
        <p:nvSpPr>
          <p:cNvPr id="61" name="Shape 58"/>
          <p:cNvSpPr/>
          <p:nvPr/>
        </p:nvSpPr>
        <p:spPr>
          <a:xfrm>
            <a:off x="1431187" y="1593117"/>
            <a:ext cx="98822" cy="98822"/>
          </a:xfrm>
          <a:prstGeom prst="roundRect">
            <a:avLst>
              <a:gd name="adj" fmla="val 385543"/>
            </a:avLst>
          </a:prstGeom>
          <a:solidFill>
            <a:srgbClr val="26A688"/>
          </a:solidFill>
          <a:ln/>
        </p:spPr>
        <p:txBody>
          <a:bodyPr/>
          <a:lstStyle/>
          <a:p>
            <a:endParaRPr lang="en-US" sz="1500"/>
          </a:p>
        </p:txBody>
      </p:sp>
      <p:sp>
        <p:nvSpPr>
          <p:cNvPr id="62" name="Shape 59"/>
          <p:cNvSpPr/>
          <p:nvPr/>
        </p:nvSpPr>
        <p:spPr>
          <a:xfrm>
            <a:off x="1549754" y="1593117"/>
            <a:ext cx="98822" cy="98822"/>
          </a:xfrm>
          <a:prstGeom prst="roundRect">
            <a:avLst>
              <a:gd name="adj" fmla="val 385543"/>
            </a:avLst>
          </a:prstGeom>
          <a:solidFill>
            <a:srgbClr val="26A688"/>
          </a:solidFill>
          <a:ln/>
        </p:spPr>
        <p:txBody>
          <a:bodyPr/>
          <a:lstStyle/>
          <a:p>
            <a:endParaRPr lang="en-US" sz="1500"/>
          </a:p>
        </p:txBody>
      </p:sp>
      <p:sp>
        <p:nvSpPr>
          <p:cNvPr id="63" name="Shape 60"/>
          <p:cNvSpPr/>
          <p:nvPr/>
        </p:nvSpPr>
        <p:spPr>
          <a:xfrm>
            <a:off x="1668321" y="1593117"/>
            <a:ext cx="98822" cy="98822"/>
          </a:xfrm>
          <a:prstGeom prst="roundRect">
            <a:avLst>
              <a:gd name="adj" fmla="val 385543"/>
            </a:avLst>
          </a:prstGeom>
          <a:solidFill>
            <a:srgbClr val="26A688"/>
          </a:solidFill>
          <a:ln/>
        </p:spPr>
        <p:txBody>
          <a:bodyPr/>
          <a:lstStyle/>
          <a:p>
            <a:endParaRPr lang="en-US" sz="1500"/>
          </a:p>
        </p:txBody>
      </p:sp>
      <p:sp>
        <p:nvSpPr>
          <p:cNvPr id="64" name="Shape 61"/>
          <p:cNvSpPr/>
          <p:nvPr/>
        </p:nvSpPr>
        <p:spPr>
          <a:xfrm>
            <a:off x="601222" y="1711684"/>
            <a:ext cx="98822" cy="98822"/>
          </a:xfrm>
          <a:prstGeom prst="roundRect">
            <a:avLst>
              <a:gd name="adj" fmla="val 385543"/>
            </a:avLst>
          </a:prstGeom>
          <a:solidFill>
            <a:srgbClr val="26A688"/>
          </a:solidFill>
          <a:ln/>
        </p:spPr>
        <p:txBody>
          <a:bodyPr/>
          <a:lstStyle/>
          <a:p>
            <a:endParaRPr lang="en-US" sz="1500"/>
          </a:p>
        </p:txBody>
      </p:sp>
      <p:sp>
        <p:nvSpPr>
          <p:cNvPr id="65" name="Shape 62"/>
          <p:cNvSpPr/>
          <p:nvPr/>
        </p:nvSpPr>
        <p:spPr>
          <a:xfrm>
            <a:off x="719789" y="1711684"/>
            <a:ext cx="98822" cy="98822"/>
          </a:xfrm>
          <a:prstGeom prst="roundRect">
            <a:avLst>
              <a:gd name="adj" fmla="val 385543"/>
            </a:avLst>
          </a:prstGeom>
          <a:solidFill>
            <a:srgbClr val="26A688"/>
          </a:solidFill>
          <a:ln/>
        </p:spPr>
        <p:txBody>
          <a:bodyPr/>
          <a:lstStyle/>
          <a:p>
            <a:endParaRPr lang="en-US" sz="1500"/>
          </a:p>
        </p:txBody>
      </p:sp>
      <p:sp>
        <p:nvSpPr>
          <p:cNvPr id="66" name="Shape 63"/>
          <p:cNvSpPr/>
          <p:nvPr/>
        </p:nvSpPr>
        <p:spPr>
          <a:xfrm>
            <a:off x="838356" y="1711684"/>
            <a:ext cx="98822" cy="98822"/>
          </a:xfrm>
          <a:prstGeom prst="roundRect">
            <a:avLst>
              <a:gd name="adj" fmla="val 385543"/>
            </a:avLst>
          </a:prstGeom>
          <a:solidFill>
            <a:srgbClr val="26A688"/>
          </a:solidFill>
          <a:ln/>
        </p:spPr>
        <p:txBody>
          <a:bodyPr/>
          <a:lstStyle/>
          <a:p>
            <a:endParaRPr lang="en-US" sz="1500"/>
          </a:p>
        </p:txBody>
      </p:sp>
      <p:sp>
        <p:nvSpPr>
          <p:cNvPr id="67" name="Shape 64"/>
          <p:cNvSpPr/>
          <p:nvPr/>
        </p:nvSpPr>
        <p:spPr>
          <a:xfrm>
            <a:off x="956921" y="1711684"/>
            <a:ext cx="98822" cy="98822"/>
          </a:xfrm>
          <a:prstGeom prst="roundRect">
            <a:avLst>
              <a:gd name="adj" fmla="val 385543"/>
            </a:avLst>
          </a:prstGeom>
          <a:solidFill>
            <a:srgbClr val="26A688"/>
          </a:solidFill>
          <a:ln/>
        </p:spPr>
        <p:txBody>
          <a:bodyPr/>
          <a:lstStyle/>
          <a:p>
            <a:endParaRPr lang="en-US" sz="1500"/>
          </a:p>
        </p:txBody>
      </p:sp>
      <p:sp>
        <p:nvSpPr>
          <p:cNvPr id="68" name="Shape 65"/>
          <p:cNvSpPr/>
          <p:nvPr/>
        </p:nvSpPr>
        <p:spPr>
          <a:xfrm>
            <a:off x="1075488" y="1711684"/>
            <a:ext cx="98822" cy="98822"/>
          </a:xfrm>
          <a:prstGeom prst="roundRect">
            <a:avLst>
              <a:gd name="adj" fmla="val 385543"/>
            </a:avLst>
          </a:prstGeom>
          <a:solidFill>
            <a:srgbClr val="26A688"/>
          </a:solidFill>
          <a:ln/>
        </p:spPr>
        <p:txBody>
          <a:bodyPr/>
          <a:lstStyle/>
          <a:p>
            <a:endParaRPr lang="en-US" sz="1500"/>
          </a:p>
        </p:txBody>
      </p:sp>
      <p:sp>
        <p:nvSpPr>
          <p:cNvPr id="69" name="Shape 66"/>
          <p:cNvSpPr/>
          <p:nvPr/>
        </p:nvSpPr>
        <p:spPr>
          <a:xfrm>
            <a:off x="1194055" y="1711684"/>
            <a:ext cx="98822" cy="98822"/>
          </a:xfrm>
          <a:prstGeom prst="roundRect">
            <a:avLst>
              <a:gd name="adj" fmla="val 385543"/>
            </a:avLst>
          </a:prstGeom>
          <a:solidFill>
            <a:srgbClr val="26A688"/>
          </a:solidFill>
          <a:ln/>
        </p:spPr>
        <p:txBody>
          <a:bodyPr/>
          <a:lstStyle/>
          <a:p>
            <a:endParaRPr lang="en-US" sz="1500"/>
          </a:p>
        </p:txBody>
      </p:sp>
      <p:sp>
        <p:nvSpPr>
          <p:cNvPr id="70" name="Shape 67"/>
          <p:cNvSpPr/>
          <p:nvPr/>
        </p:nvSpPr>
        <p:spPr>
          <a:xfrm>
            <a:off x="1312621" y="1711684"/>
            <a:ext cx="98822" cy="98822"/>
          </a:xfrm>
          <a:prstGeom prst="roundRect">
            <a:avLst>
              <a:gd name="adj" fmla="val 385543"/>
            </a:avLst>
          </a:prstGeom>
          <a:solidFill>
            <a:srgbClr val="26A688"/>
          </a:solidFill>
          <a:ln/>
        </p:spPr>
        <p:txBody>
          <a:bodyPr/>
          <a:lstStyle/>
          <a:p>
            <a:endParaRPr lang="en-US" sz="1500"/>
          </a:p>
        </p:txBody>
      </p:sp>
      <p:sp>
        <p:nvSpPr>
          <p:cNvPr id="71" name="Shape 68"/>
          <p:cNvSpPr/>
          <p:nvPr/>
        </p:nvSpPr>
        <p:spPr>
          <a:xfrm>
            <a:off x="1431187" y="1711684"/>
            <a:ext cx="98822" cy="98822"/>
          </a:xfrm>
          <a:prstGeom prst="roundRect">
            <a:avLst>
              <a:gd name="adj" fmla="val 385543"/>
            </a:avLst>
          </a:prstGeom>
          <a:solidFill>
            <a:srgbClr val="26A688"/>
          </a:solidFill>
          <a:ln/>
        </p:spPr>
        <p:txBody>
          <a:bodyPr/>
          <a:lstStyle/>
          <a:p>
            <a:endParaRPr lang="en-US" sz="1500"/>
          </a:p>
        </p:txBody>
      </p:sp>
      <p:sp>
        <p:nvSpPr>
          <p:cNvPr id="72" name="Shape 69"/>
          <p:cNvSpPr/>
          <p:nvPr/>
        </p:nvSpPr>
        <p:spPr>
          <a:xfrm>
            <a:off x="1549754" y="1711684"/>
            <a:ext cx="98822" cy="98822"/>
          </a:xfrm>
          <a:prstGeom prst="roundRect">
            <a:avLst>
              <a:gd name="adj" fmla="val 385543"/>
            </a:avLst>
          </a:prstGeom>
          <a:solidFill>
            <a:srgbClr val="26A688"/>
          </a:solidFill>
          <a:ln/>
        </p:spPr>
        <p:txBody>
          <a:bodyPr/>
          <a:lstStyle/>
          <a:p>
            <a:endParaRPr lang="en-US" sz="1500"/>
          </a:p>
        </p:txBody>
      </p:sp>
      <p:sp>
        <p:nvSpPr>
          <p:cNvPr id="73" name="Shape 70"/>
          <p:cNvSpPr/>
          <p:nvPr/>
        </p:nvSpPr>
        <p:spPr>
          <a:xfrm>
            <a:off x="1668321" y="1711684"/>
            <a:ext cx="98822" cy="98822"/>
          </a:xfrm>
          <a:prstGeom prst="roundRect">
            <a:avLst>
              <a:gd name="adj" fmla="val 385543"/>
            </a:avLst>
          </a:prstGeom>
          <a:solidFill>
            <a:srgbClr val="26A688"/>
          </a:solidFill>
          <a:ln/>
        </p:spPr>
        <p:txBody>
          <a:bodyPr/>
          <a:lstStyle/>
          <a:p>
            <a:endParaRPr lang="en-US" sz="1500"/>
          </a:p>
        </p:txBody>
      </p:sp>
      <p:sp>
        <p:nvSpPr>
          <p:cNvPr id="74" name="Shape 71"/>
          <p:cNvSpPr/>
          <p:nvPr/>
        </p:nvSpPr>
        <p:spPr>
          <a:xfrm>
            <a:off x="601222" y="1830250"/>
            <a:ext cx="98822" cy="98822"/>
          </a:xfrm>
          <a:prstGeom prst="roundRect">
            <a:avLst>
              <a:gd name="adj" fmla="val 385543"/>
            </a:avLst>
          </a:prstGeom>
          <a:solidFill>
            <a:srgbClr val="26A688"/>
          </a:solidFill>
          <a:ln/>
        </p:spPr>
        <p:txBody>
          <a:bodyPr/>
          <a:lstStyle/>
          <a:p>
            <a:endParaRPr lang="en-US" sz="1500"/>
          </a:p>
        </p:txBody>
      </p:sp>
      <p:sp>
        <p:nvSpPr>
          <p:cNvPr id="75" name="Shape 72"/>
          <p:cNvSpPr/>
          <p:nvPr/>
        </p:nvSpPr>
        <p:spPr>
          <a:xfrm>
            <a:off x="719789" y="1830250"/>
            <a:ext cx="98822" cy="98822"/>
          </a:xfrm>
          <a:prstGeom prst="roundRect">
            <a:avLst>
              <a:gd name="adj" fmla="val 385543"/>
            </a:avLst>
          </a:prstGeom>
          <a:solidFill>
            <a:srgbClr val="26A688"/>
          </a:solidFill>
          <a:ln/>
        </p:spPr>
        <p:txBody>
          <a:bodyPr/>
          <a:lstStyle/>
          <a:p>
            <a:endParaRPr lang="en-US" sz="1500"/>
          </a:p>
        </p:txBody>
      </p:sp>
      <p:sp>
        <p:nvSpPr>
          <p:cNvPr id="76" name="Shape 73"/>
          <p:cNvSpPr/>
          <p:nvPr/>
        </p:nvSpPr>
        <p:spPr>
          <a:xfrm>
            <a:off x="838356" y="1830250"/>
            <a:ext cx="98822" cy="98822"/>
          </a:xfrm>
          <a:prstGeom prst="roundRect">
            <a:avLst>
              <a:gd name="adj" fmla="val 385543"/>
            </a:avLst>
          </a:prstGeom>
          <a:solidFill>
            <a:srgbClr val="26A688"/>
          </a:solidFill>
          <a:ln/>
        </p:spPr>
        <p:txBody>
          <a:bodyPr/>
          <a:lstStyle/>
          <a:p>
            <a:endParaRPr lang="en-US" sz="1500"/>
          </a:p>
        </p:txBody>
      </p:sp>
      <p:sp>
        <p:nvSpPr>
          <p:cNvPr id="77" name="Shape 74"/>
          <p:cNvSpPr/>
          <p:nvPr/>
        </p:nvSpPr>
        <p:spPr>
          <a:xfrm>
            <a:off x="956921" y="1830250"/>
            <a:ext cx="98822" cy="98822"/>
          </a:xfrm>
          <a:prstGeom prst="roundRect">
            <a:avLst>
              <a:gd name="adj" fmla="val 385543"/>
            </a:avLst>
          </a:prstGeom>
          <a:solidFill>
            <a:srgbClr val="26A688"/>
          </a:solidFill>
          <a:ln/>
        </p:spPr>
        <p:txBody>
          <a:bodyPr/>
          <a:lstStyle/>
          <a:p>
            <a:endParaRPr lang="en-US" sz="1500"/>
          </a:p>
        </p:txBody>
      </p:sp>
      <p:sp>
        <p:nvSpPr>
          <p:cNvPr id="78" name="Shape 75"/>
          <p:cNvSpPr/>
          <p:nvPr/>
        </p:nvSpPr>
        <p:spPr>
          <a:xfrm>
            <a:off x="1075488" y="1830250"/>
            <a:ext cx="98822" cy="98822"/>
          </a:xfrm>
          <a:prstGeom prst="roundRect">
            <a:avLst>
              <a:gd name="adj" fmla="val 385543"/>
            </a:avLst>
          </a:prstGeom>
          <a:solidFill>
            <a:srgbClr val="26A688"/>
          </a:solidFill>
          <a:ln/>
        </p:spPr>
        <p:txBody>
          <a:bodyPr/>
          <a:lstStyle/>
          <a:p>
            <a:endParaRPr lang="en-US" sz="1500"/>
          </a:p>
        </p:txBody>
      </p:sp>
      <p:sp>
        <p:nvSpPr>
          <p:cNvPr id="79" name="Shape 76"/>
          <p:cNvSpPr/>
          <p:nvPr/>
        </p:nvSpPr>
        <p:spPr>
          <a:xfrm>
            <a:off x="1194055" y="1830250"/>
            <a:ext cx="98822" cy="98822"/>
          </a:xfrm>
          <a:prstGeom prst="roundRect">
            <a:avLst>
              <a:gd name="adj" fmla="val 385543"/>
            </a:avLst>
          </a:prstGeom>
          <a:solidFill>
            <a:srgbClr val="26A688"/>
          </a:solidFill>
          <a:ln/>
        </p:spPr>
        <p:txBody>
          <a:bodyPr/>
          <a:lstStyle/>
          <a:p>
            <a:endParaRPr lang="en-US" sz="1500"/>
          </a:p>
        </p:txBody>
      </p:sp>
      <p:sp>
        <p:nvSpPr>
          <p:cNvPr id="80" name="Shape 77"/>
          <p:cNvSpPr/>
          <p:nvPr/>
        </p:nvSpPr>
        <p:spPr>
          <a:xfrm>
            <a:off x="1312621" y="1830250"/>
            <a:ext cx="98822" cy="98822"/>
          </a:xfrm>
          <a:prstGeom prst="roundRect">
            <a:avLst>
              <a:gd name="adj" fmla="val 385543"/>
            </a:avLst>
          </a:prstGeom>
          <a:solidFill>
            <a:srgbClr val="26A688"/>
          </a:solidFill>
          <a:ln/>
        </p:spPr>
        <p:txBody>
          <a:bodyPr/>
          <a:lstStyle/>
          <a:p>
            <a:endParaRPr lang="en-US" sz="1500"/>
          </a:p>
        </p:txBody>
      </p:sp>
      <p:sp>
        <p:nvSpPr>
          <p:cNvPr id="81" name="Shape 78"/>
          <p:cNvSpPr/>
          <p:nvPr/>
        </p:nvSpPr>
        <p:spPr>
          <a:xfrm>
            <a:off x="1431187" y="1830250"/>
            <a:ext cx="98822" cy="98822"/>
          </a:xfrm>
          <a:prstGeom prst="roundRect">
            <a:avLst>
              <a:gd name="adj" fmla="val 385543"/>
            </a:avLst>
          </a:prstGeom>
          <a:solidFill>
            <a:srgbClr val="26A688"/>
          </a:solidFill>
          <a:ln/>
        </p:spPr>
        <p:txBody>
          <a:bodyPr/>
          <a:lstStyle/>
          <a:p>
            <a:endParaRPr lang="en-US" sz="1500"/>
          </a:p>
        </p:txBody>
      </p:sp>
      <p:sp>
        <p:nvSpPr>
          <p:cNvPr id="82" name="Shape 79"/>
          <p:cNvSpPr/>
          <p:nvPr/>
        </p:nvSpPr>
        <p:spPr>
          <a:xfrm>
            <a:off x="1549754" y="1830250"/>
            <a:ext cx="98822" cy="98822"/>
          </a:xfrm>
          <a:prstGeom prst="roundRect">
            <a:avLst>
              <a:gd name="adj" fmla="val 385543"/>
            </a:avLst>
          </a:prstGeom>
          <a:solidFill>
            <a:srgbClr val="26A688"/>
          </a:solidFill>
          <a:ln/>
        </p:spPr>
        <p:txBody>
          <a:bodyPr/>
          <a:lstStyle/>
          <a:p>
            <a:endParaRPr lang="en-US" sz="1500"/>
          </a:p>
        </p:txBody>
      </p:sp>
      <p:sp>
        <p:nvSpPr>
          <p:cNvPr id="83" name="Shape 80"/>
          <p:cNvSpPr/>
          <p:nvPr/>
        </p:nvSpPr>
        <p:spPr>
          <a:xfrm>
            <a:off x="1668321" y="1830250"/>
            <a:ext cx="98822" cy="98822"/>
          </a:xfrm>
          <a:prstGeom prst="roundRect">
            <a:avLst>
              <a:gd name="adj" fmla="val 385543"/>
            </a:avLst>
          </a:prstGeom>
          <a:solidFill>
            <a:srgbClr val="26A688"/>
          </a:solidFill>
          <a:ln/>
        </p:spPr>
        <p:txBody>
          <a:bodyPr/>
          <a:lstStyle/>
          <a:p>
            <a:endParaRPr lang="en-US" sz="1500"/>
          </a:p>
        </p:txBody>
      </p:sp>
      <p:sp>
        <p:nvSpPr>
          <p:cNvPr id="84" name="Shape 81"/>
          <p:cNvSpPr/>
          <p:nvPr/>
        </p:nvSpPr>
        <p:spPr>
          <a:xfrm>
            <a:off x="601222" y="1948816"/>
            <a:ext cx="98822" cy="98822"/>
          </a:xfrm>
          <a:prstGeom prst="roundRect">
            <a:avLst>
              <a:gd name="adj" fmla="val 385543"/>
            </a:avLst>
          </a:prstGeom>
          <a:solidFill>
            <a:srgbClr val="26A688"/>
          </a:solidFill>
          <a:ln/>
        </p:spPr>
        <p:txBody>
          <a:bodyPr/>
          <a:lstStyle/>
          <a:p>
            <a:endParaRPr lang="en-US" sz="1500"/>
          </a:p>
        </p:txBody>
      </p:sp>
      <p:sp>
        <p:nvSpPr>
          <p:cNvPr id="85" name="Shape 82"/>
          <p:cNvSpPr/>
          <p:nvPr/>
        </p:nvSpPr>
        <p:spPr>
          <a:xfrm>
            <a:off x="719789" y="1948816"/>
            <a:ext cx="98822" cy="98822"/>
          </a:xfrm>
          <a:prstGeom prst="roundRect">
            <a:avLst>
              <a:gd name="adj" fmla="val 385543"/>
            </a:avLst>
          </a:prstGeom>
          <a:solidFill>
            <a:srgbClr val="26A688"/>
          </a:solidFill>
          <a:ln/>
        </p:spPr>
        <p:txBody>
          <a:bodyPr/>
          <a:lstStyle/>
          <a:p>
            <a:endParaRPr lang="en-US" sz="1500"/>
          </a:p>
        </p:txBody>
      </p:sp>
      <p:sp>
        <p:nvSpPr>
          <p:cNvPr id="86" name="Shape 83"/>
          <p:cNvSpPr/>
          <p:nvPr/>
        </p:nvSpPr>
        <p:spPr>
          <a:xfrm>
            <a:off x="838356" y="1948816"/>
            <a:ext cx="98822" cy="98822"/>
          </a:xfrm>
          <a:prstGeom prst="roundRect">
            <a:avLst>
              <a:gd name="adj" fmla="val 385543"/>
            </a:avLst>
          </a:prstGeom>
          <a:solidFill>
            <a:srgbClr val="26A688"/>
          </a:solidFill>
          <a:ln/>
        </p:spPr>
        <p:txBody>
          <a:bodyPr/>
          <a:lstStyle/>
          <a:p>
            <a:endParaRPr lang="en-US" sz="1500"/>
          </a:p>
        </p:txBody>
      </p:sp>
      <p:sp>
        <p:nvSpPr>
          <p:cNvPr id="87" name="Shape 84"/>
          <p:cNvSpPr/>
          <p:nvPr/>
        </p:nvSpPr>
        <p:spPr>
          <a:xfrm>
            <a:off x="956921" y="1948816"/>
            <a:ext cx="98822" cy="98822"/>
          </a:xfrm>
          <a:prstGeom prst="roundRect">
            <a:avLst>
              <a:gd name="adj" fmla="val 385543"/>
            </a:avLst>
          </a:prstGeom>
          <a:solidFill>
            <a:srgbClr val="26A688"/>
          </a:solidFill>
          <a:ln/>
        </p:spPr>
        <p:txBody>
          <a:bodyPr/>
          <a:lstStyle/>
          <a:p>
            <a:endParaRPr lang="en-US" sz="1500"/>
          </a:p>
        </p:txBody>
      </p:sp>
      <p:sp>
        <p:nvSpPr>
          <p:cNvPr id="88" name="Shape 85"/>
          <p:cNvSpPr/>
          <p:nvPr/>
        </p:nvSpPr>
        <p:spPr>
          <a:xfrm>
            <a:off x="1075488" y="1948816"/>
            <a:ext cx="98822" cy="98822"/>
          </a:xfrm>
          <a:prstGeom prst="roundRect">
            <a:avLst>
              <a:gd name="adj" fmla="val 385543"/>
            </a:avLst>
          </a:prstGeom>
          <a:solidFill>
            <a:srgbClr val="26A688"/>
          </a:solidFill>
          <a:ln/>
        </p:spPr>
        <p:txBody>
          <a:bodyPr/>
          <a:lstStyle/>
          <a:p>
            <a:endParaRPr lang="en-US" sz="1500"/>
          </a:p>
        </p:txBody>
      </p:sp>
      <p:sp>
        <p:nvSpPr>
          <p:cNvPr id="89" name="Shape 86"/>
          <p:cNvSpPr/>
          <p:nvPr/>
        </p:nvSpPr>
        <p:spPr>
          <a:xfrm>
            <a:off x="1194055" y="1948816"/>
            <a:ext cx="98822" cy="98822"/>
          </a:xfrm>
          <a:prstGeom prst="roundRect">
            <a:avLst>
              <a:gd name="adj" fmla="val 385543"/>
            </a:avLst>
          </a:prstGeom>
          <a:solidFill>
            <a:srgbClr val="26A688"/>
          </a:solidFill>
          <a:ln/>
        </p:spPr>
        <p:txBody>
          <a:bodyPr/>
          <a:lstStyle/>
          <a:p>
            <a:endParaRPr lang="en-US" sz="1500"/>
          </a:p>
        </p:txBody>
      </p:sp>
      <p:sp>
        <p:nvSpPr>
          <p:cNvPr id="90" name="Shape 87"/>
          <p:cNvSpPr/>
          <p:nvPr/>
        </p:nvSpPr>
        <p:spPr>
          <a:xfrm>
            <a:off x="1312621" y="1948816"/>
            <a:ext cx="98822" cy="98822"/>
          </a:xfrm>
          <a:prstGeom prst="roundRect">
            <a:avLst>
              <a:gd name="adj" fmla="val 385543"/>
            </a:avLst>
          </a:prstGeom>
          <a:solidFill>
            <a:srgbClr val="26A688"/>
          </a:solidFill>
          <a:ln/>
        </p:spPr>
        <p:txBody>
          <a:bodyPr/>
          <a:lstStyle/>
          <a:p>
            <a:endParaRPr lang="en-US" sz="1500"/>
          </a:p>
        </p:txBody>
      </p:sp>
      <p:sp>
        <p:nvSpPr>
          <p:cNvPr id="91" name="Shape 88"/>
          <p:cNvSpPr/>
          <p:nvPr/>
        </p:nvSpPr>
        <p:spPr>
          <a:xfrm>
            <a:off x="1431187" y="1948816"/>
            <a:ext cx="98822" cy="98822"/>
          </a:xfrm>
          <a:prstGeom prst="roundRect">
            <a:avLst>
              <a:gd name="adj" fmla="val 385543"/>
            </a:avLst>
          </a:prstGeom>
          <a:solidFill>
            <a:srgbClr val="26A688"/>
          </a:solidFill>
          <a:ln/>
        </p:spPr>
        <p:txBody>
          <a:bodyPr/>
          <a:lstStyle/>
          <a:p>
            <a:endParaRPr lang="en-US" sz="1500"/>
          </a:p>
        </p:txBody>
      </p:sp>
      <p:sp>
        <p:nvSpPr>
          <p:cNvPr id="92" name="Shape 89"/>
          <p:cNvSpPr/>
          <p:nvPr/>
        </p:nvSpPr>
        <p:spPr>
          <a:xfrm>
            <a:off x="1549754" y="1948816"/>
            <a:ext cx="98822" cy="98822"/>
          </a:xfrm>
          <a:prstGeom prst="roundRect">
            <a:avLst>
              <a:gd name="adj" fmla="val 385543"/>
            </a:avLst>
          </a:prstGeom>
          <a:solidFill>
            <a:srgbClr val="26A688"/>
          </a:solidFill>
          <a:ln/>
        </p:spPr>
        <p:txBody>
          <a:bodyPr/>
          <a:lstStyle/>
          <a:p>
            <a:endParaRPr lang="en-US" sz="1500"/>
          </a:p>
        </p:txBody>
      </p:sp>
      <p:sp>
        <p:nvSpPr>
          <p:cNvPr id="93" name="Shape 90"/>
          <p:cNvSpPr/>
          <p:nvPr/>
        </p:nvSpPr>
        <p:spPr>
          <a:xfrm>
            <a:off x="1668321" y="1948816"/>
            <a:ext cx="98822" cy="98822"/>
          </a:xfrm>
          <a:prstGeom prst="roundRect">
            <a:avLst>
              <a:gd name="adj" fmla="val 385543"/>
            </a:avLst>
          </a:prstGeom>
          <a:solidFill>
            <a:srgbClr val="26A688"/>
          </a:solidFill>
          <a:ln/>
        </p:spPr>
        <p:txBody>
          <a:bodyPr/>
          <a:lstStyle/>
          <a:p>
            <a:endParaRPr lang="en-US" sz="1500"/>
          </a:p>
        </p:txBody>
      </p:sp>
      <p:sp>
        <p:nvSpPr>
          <p:cNvPr id="94" name="Shape 91"/>
          <p:cNvSpPr/>
          <p:nvPr/>
        </p:nvSpPr>
        <p:spPr>
          <a:xfrm>
            <a:off x="601222" y="2067383"/>
            <a:ext cx="98822" cy="98822"/>
          </a:xfrm>
          <a:prstGeom prst="roundRect">
            <a:avLst>
              <a:gd name="adj" fmla="val 385543"/>
            </a:avLst>
          </a:prstGeom>
          <a:solidFill>
            <a:srgbClr val="26A688"/>
          </a:solidFill>
          <a:ln/>
        </p:spPr>
        <p:txBody>
          <a:bodyPr/>
          <a:lstStyle/>
          <a:p>
            <a:endParaRPr lang="en-US" sz="1500"/>
          </a:p>
        </p:txBody>
      </p:sp>
      <p:sp>
        <p:nvSpPr>
          <p:cNvPr id="95" name="Shape 92"/>
          <p:cNvSpPr/>
          <p:nvPr/>
        </p:nvSpPr>
        <p:spPr>
          <a:xfrm>
            <a:off x="719789" y="2067383"/>
            <a:ext cx="98822" cy="98822"/>
          </a:xfrm>
          <a:prstGeom prst="roundRect">
            <a:avLst>
              <a:gd name="adj" fmla="val 385543"/>
            </a:avLst>
          </a:prstGeom>
          <a:solidFill>
            <a:srgbClr val="26A688"/>
          </a:solidFill>
          <a:ln/>
        </p:spPr>
        <p:txBody>
          <a:bodyPr/>
          <a:lstStyle/>
          <a:p>
            <a:endParaRPr lang="en-US" sz="1500"/>
          </a:p>
        </p:txBody>
      </p:sp>
      <p:sp>
        <p:nvSpPr>
          <p:cNvPr id="96" name="Shape 93"/>
          <p:cNvSpPr/>
          <p:nvPr/>
        </p:nvSpPr>
        <p:spPr>
          <a:xfrm>
            <a:off x="838356" y="2067383"/>
            <a:ext cx="98822" cy="98822"/>
          </a:xfrm>
          <a:prstGeom prst="roundRect">
            <a:avLst>
              <a:gd name="adj" fmla="val 385543"/>
            </a:avLst>
          </a:prstGeom>
          <a:solidFill>
            <a:srgbClr val="26A688"/>
          </a:solidFill>
          <a:ln/>
        </p:spPr>
        <p:txBody>
          <a:bodyPr/>
          <a:lstStyle/>
          <a:p>
            <a:endParaRPr lang="en-US" sz="1500"/>
          </a:p>
        </p:txBody>
      </p:sp>
      <p:sp>
        <p:nvSpPr>
          <p:cNvPr id="97" name="Shape 94"/>
          <p:cNvSpPr/>
          <p:nvPr/>
        </p:nvSpPr>
        <p:spPr>
          <a:xfrm>
            <a:off x="956921" y="2067383"/>
            <a:ext cx="98822" cy="98822"/>
          </a:xfrm>
          <a:prstGeom prst="roundRect">
            <a:avLst>
              <a:gd name="adj" fmla="val 385543"/>
            </a:avLst>
          </a:prstGeom>
          <a:solidFill>
            <a:srgbClr val="26A688"/>
          </a:solidFill>
          <a:ln/>
        </p:spPr>
        <p:txBody>
          <a:bodyPr/>
          <a:lstStyle/>
          <a:p>
            <a:endParaRPr lang="en-US" sz="1500"/>
          </a:p>
        </p:txBody>
      </p:sp>
      <p:sp>
        <p:nvSpPr>
          <p:cNvPr id="98" name="Shape 95"/>
          <p:cNvSpPr/>
          <p:nvPr/>
        </p:nvSpPr>
        <p:spPr>
          <a:xfrm>
            <a:off x="1075488" y="2067383"/>
            <a:ext cx="98822" cy="98822"/>
          </a:xfrm>
          <a:prstGeom prst="roundRect">
            <a:avLst>
              <a:gd name="adj" fmla="val 385543"/>
            </a:avLst>
          </a:prstGeom>
          <a:solidFill>
            <a:srgbClr val="26A688"/>
          </a:solidFill>
          <a:ln/>
        </p:spPr>
        <p:txBody>
          <a:bodyPr/>
          <a:lstStyle/>
          <a:p>
            <a:endParaRPr lang="en-US" sz="1500"/>
          </a:p>
        </p:txBody>
      </p:sp>
      <p:sp>
        <p:nvSpPr>
          <p:cNvPr id="99" name="Shape 96"/>
          <p:cNvSpPr/>
          <p:nvPr/>
        </p:nvSpPr>
        <p:spPr>
          <a:xfrm>
            <a:off x="1194055" y="2067383"/>
            <a:ext cx="98822" cy="98822"/>
          </a:xfrm>
          <a:prstGeom prst="roundRect">
            <a:avLst>
              <a:gd name="adj" fmla="val 385543"/>
            </a:avLst>
          </a:prstGeom>
          <a:solidFill>
            <a:srgbClr val="26A688"/>
          </a:solidFill>
          <a:ln/>
        </p:spPr>
        <p:txBody>
          <a:bodyPr/>
          <a:lstStyle/>
          <a:p>
            <a:endParaRPr lang="en-US" sz="1500"/>
          </a:p>
        </p:txBody>
      </p:sp>
      <p:sp>
        <p:nvSpPr>
          <p:cNvPr id="100" name="Shape 97"/>
          <p:cNvSpPr/>
          <p:nvPr/>
        </p:nvSpPr>
        <p:spPr>
          <a:xfrm>
            <a:off x="1312621" y="2067383"/>
            <a:ext cx="98822" cy="98822"/>
          </a:xfrm>
          <a:prstGeom prst="roundRect">
            <a:avLst>
              <a:gd name="adj" fmla="val 385543"/>
            </a:avLst>
          </a:prstGeom>
          <a:solidFill>
            <a:srgbClr val="26A688"/>
          </a:solidFill>
          <a:ln/>
        </p:spPr>
        <p:txBody>
          <a:bodyPr/>
          <a:lstStyle/>
          <a:p>
            <a:endParaRPr lang="en-US" sz="1500"/>
          </a:p>
        </p:txBody>
      </p:sp>
      <p:sp>
        <p:nvSpPr>
          <p:cNvPr id="101" name="Shape 98"/>
          <p:cNvSpPr/>
          <p:nvPr/>
        </p:nvSpPr>
        <p:spPr>
          <a:xfrm>
            <a:off x="1431187" y="2067383"/>
            <a:ext cx="98822" cy="98822"/>
          </a:xfrm>
          <a:prstGeom prst="roundRect">
            <a:avLst>
              <a:gd name="adj" fmla="val 385543"/>
            </a:avLst>
          </a:prstGeom>
          <a:solidFill>
            <a:srgbClr val="26A688"/>
          </a:solidFill>
          <a:ln/>
        </p:spPr>
        <p:txBody>
          <a:bodyPr/>
          <a:lstStyle/>
          <a:p>
            <a:endParaRPr lang="en-US" sz="1500"/>
          </a:p>
        </p:txBody>
      </p:sp>
      <p:sp>
        <p:nvSpPr>
          <p:cNvPr id="102" name="Shape 99"/>
          <p:cNvSpPr/>
          <p:nvPr/>
        </p:nvSpPr>
        <p:spPr>
          <a:xfrm>
            <a:off x="1549754" y="2067383"/>
            <a:ext cx="98822" cy="98822"/>
          </a:xfrm>
          <a:prstGeom prst="roundRect">
            <a:avLst>
              <a:gd name="adj" fmla="val 385543"/>
            </a:avLst>
          </a:prstGeom>
          <a:solidFill>
            <a:srgbClr val="26A688"/>
          </a:solidFill>
          <a:ln/>
        </p:spPr>
        <p:txBody>
          <a:bodyPr/>
          <a:lstStyle/>
          <a:p>
            <a:endParaRPr lang="en-US" sz="1500"/>
          </a:p>
        </p:txBody>
      </p:sp>
      <p:sp>
        <p:nvSpPr>
          <p:cNvPr id="103" name="Shape 100"/>
          <p:cNvSpPr/>
          <p:nvPr/>
        </p:nvSpPr>
        <p:spPr>
          <a:xfrm>
            <a:off x="1668321" y="2067383"/>
            <a:ext cx="98822" cy="98822"/>
          </a:xfrm>
          <a:prstGeom prst="roundRect">
            <a:avLst>
              <a:gd name="adj" fmla="val 385543"/>
            </a:avLst>
          </a:prstGeom>
          <a:solidFill>
            <a:srgbClr val="26A688"/>
          </a:solidFill>
          <a:ln/>
        </p:spPr>
        <p:txBody>
          <a:bodyPr/>
          <a:lstStyle/>
          <a:p>
            <a:endParaRPr lang="en-US" sz="1500"/>
          </a:p>
        </p:txBody>
      </p:sp>
      <p:sp>
        <p:nvSpPr>
          <p:cNvPr id="104" name="Text 101"/>
          <p:cNvSpPr/>
          <p:nvPr/>
        </p:nvSpPr>
        <p:spPr>
          <a:xfrm>
            <a:off x="601222" y="2289733"/>
            <a:ext cx="1296492" cy="296664"/>
          </a:xfrm>
          <a:prstGeom prst="rect">
            <a:avLst/>
          </a:prstGeom>
          <a:noFill/>
          <a:ln/>
        </p:spPr>
        <p:txBody>
          <a:bodyPr wrap="none" lIns="0" tIns="0" rIns="0" bIns="0" rtlCol="0" anchor="t"/>
          <a:lstStyle/>
          <a:p>
            <a:pPr>
              <a:lnSpc>
                <a:spcPts val="2333"/>
              </a:lnSpc>
            </a:pPr>
            <a:r>
              <a:rPr lang="en-US" sz="2333" b="1" dirty="0">
                <a:solidFill>
                  <a:srgbClr val="333F70"/>
                </a:solidFill>
                <a:latin typeface="Unbounded Bold" pitchFamily="34" charset="0"/>
                <a:ea typeface="Unbounded Bold" pitchFamily="34" charset="-122"/>
                <a:cs typeface="Unbounded Bold" pitchFamily="34" charset="-120"/>
              </a:rPr>
              <a:t>51,839</a:t>
            </a:r>
            <a:endParaRPr lang="en-US" sz="2333" dirty="0"/>
          </a:p>
        </p:txBody>
      </p:sp>
      <p:sp>
        <p:nvSpPr>
          <p:cNvPr id="105" name="Text 102"/>
          <p:cNvSpPr/>
          <p:nvPr/>
        </p:nvSpPr>
        <p:spPr>
          <a:xfrm>
            <a:off x="601222" y="2734629"/>
            <a:ext cx="1236167" cy="154483"/>
          </a:xfrm>
          <a:prstGeom prst="rect">
            <a:avLst/>
          </a:prstGeom>
          <a:noFill/>
          <a:ln/>
        </p:spPr>
        <p:txBody>
          <a:bodyPr wrap="none" lIns="0" tIns="0" rIns="0" bIns="0" rtlCol="0" anchor="t"/>
          <a:lstStyle/>
          <a:p>
            <a:pPr>
              <a:lnSpc>
                <a:spcPts val="1208"/>
              </a:lnSpc>
            </a:pPr>
            <a:r>
              <a:rPr lang="en-US" sz="1600" b="1" dirty="0">
                <a:solidFill>
                  <a:srgbClr val="333F70"/>
                </a:solidFill>
                <a:latin typeface="Unbounded Bold" pitchFamily="34" charset="0"/>
                <a:ea typeface="Unbounded Bold" pitchFamily="34" charset="-122"/>
                <a:cs typeface="Unbounded Bold" pitchFamily="34" charset="-120"/>
              </a:rPr>
              <a:t>Total Images</a:t>
            </a:r>
            <a:endParaRPr lang="en-US" sz="1600" dirty="0"/>
          </a:p>
        </p:txBody>
      </p:sp>
      <p:sp>
        <p:nvSpPr>
          <p:cNvPr id="106" name="Text 103"/>
          <p:cNvSpPr/>
          <p:nvPr/>
        </p:nvSpPr>
        <p:spPr>
          <a:xfrm>
            <a:off x="589124" y="2985828"/>
            <a:ext cx="2578210" cy="334684"/>
          </a:xfrm>
          <a:prstGeom prst="rect">
            <a:avLst/>
          </a:prstGeom>
          <a:noFill/>
          <a:ln/>
        </p:spPr>
        <p:txBody>
          <a:bodyPr wrap="none" lIns="0" tIns="0" rIns="0" bIns="0" rtlCol="0" anchor="t"/>
          <a:lstStyle/>
          <a:p>
            <a:pPr>
              <a:lnSpc>
                <a:spcPts val="1208"/>
              </a:lnSpc>
            </a:pPr>
            <a:r>
              <a:rPr lang="en-US" sz="1000" dirty="0">
                <a:solidFill>
                  <a:srgbClr val="333F70"/>
                </a:solidFill>
                <a:latin typeface="Open Sans" pitchFamily="34" charset="0"/>
                <a:ea typeface="Open Sans" pitchFamily="34" charset="-122"/>
                <a:cs typeface="Open Sans" pitchFamily="34" charset="-120"/>
              </a:rPr>
              <a:t>Labeled traffic sign images from German roads</a:t>
            </a:r>
            <a:endParaRPr lang="en-US" sz="1000" dirty="0"/>
          </a:p>
        </p:txBody>
      </p:sp>
      <p:sp>
        <p:nvSpPr>
          <p:cNvPr id="107" name="Shape 104"/>
          <p:cNvSpPr/>
          <p:nvPr/>
        </p:nvSpPr>
        <p:spPr>
          <a:xfrm>
            <a:off x="3864329"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08" name="Shape 105"/>
          <p:cNvSpPr/>
          <p:nvPr/>
        </p:nvSpPr>
        <p:spPr>
          <a:xfrm>
            <a:off x="3982896"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09" name="Shape 106"/>
          <p:cNvSpPr/>
          <p:nvPr/>
        </p:nvSpPr>
        <p:spPr>
          <a:xfrm>
            <a:off x="4101462"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0" name="Shape 107"/>
          <p:cNvSpPr/>
          <p:nvPr/>
        </p:nvSpPr>
        <p:spPr>
          <a:xfrm>
            <a:off x="4220028"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1" name="Shape 108"/>
          <p:cNvSpPr/>
          <p:nvPr/>
        </p:nvSpPr>
        <p:spPr>
          <a:xfrm>
            <a:off x="4338595"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2" name="Shape 109"/>
          <p:cNvSpPr/>
          <p:nvPr/>
        </p:nvSpPr>
        <p:spPr>
          <a:xfrm>
            <a:off x="4457161"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3" name="Shape 110"/>
          <p:cNvSpPr/>
          <p:nvPr/>
        </p:nvSpPr>
        <p:spPr>
          <a:xfrm>
            <a:off x="4575727"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4" name="Shape 111"/>
          <p:cNvSpPr/>
          <p:nvPr/>
        </p:nvSpPr>
        <p:spPr>
          <a:xfrm>
            <a:off x="4694294"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5" name="Shape 112"/>
          <p:cNvSpPr/>
          <p:nvPr/>
        </p:nvSpPr>
        <p:spPr>
          <a:xfrm>
            <a:off x="4812860"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6" name="Shape 113"/>
          <p:cNvSpPr/>
          <p:nvPr/>
        </p:nvSpPr>
        <p:spPr>
          <a:xfrm>
            <a:off x="4931427" y="1000285"/>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7" name="Shape 114"/>
          <p:cNvSpPr/>
          <p:nvPr/>
        </p:nvSpPr>
        <p:spPr>
          <a:xfrm>
            <a:off x="3864329"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8" name="Shape 115"/>
          <p:cNvSpPr/>
          <p:nvPr/>
        </p:nvSpPr>
        <p:spPr>
          <a:xfrm>
            <a:off x="3982896"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19" name="Shape 116"/>
          <p:cNvSpPr/>
          <p:nvPr/>
        </p:nvSpPr>
        <p:spPr>
          <a:xfrm>
            <a:off x="4101462"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0" name="Shape 117"/>
          <p:cNvSpPr/>
          <p:nvPr/>
        </p:nvSpPr>
        <p:spPr>
          <a:xfrm>
            <a:off x="4220028"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1" name="Shape 118"/>
          <p:cNvSpPr/>
          <p:nvPr/>
        </p:nvSpPr>
        <p:spPr>
          <a:xfrm>
            <a:off x="4338595"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2" name="Shape 119"/>
          <p:cNvSpPr/>
          <p:nvPr/>
        </p:nvSpPr>
        <p:spPr>
          <a:xfrm>
            <a:off x="4457161"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3" name="Shape 120"/>
          <p:cNvSpPr/>
          <p:nvPr/>
        </p:nvSpPr>
        <p:spPr>
          <a:xfrm>
            <a:off x="4575727"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4" name="Shape 121"/>
          <p:cNvSpPr/>
          <p:nvPr/>
        </p:nvSpPr>
        <p:spPr>
          <a:xfrm>
            <a:off x="4694294"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5" name="Shape 122"/>
          <p:cNvSpPr/>
          <p:nvPr/>
        </p:nvSpPr>
        <p:spPr>
          <a:xfrm>
            <a:off x="4812860"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6" name="Shape 123"/>
          <p:cNvSpPr/>
          <p:nvPr/>
        </p:nvSpPr>
        <p:spPr>
          <a:xfrm>
            <a:off x="4931427" y="1118852"/>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7" name="Shape 124"/>
          <p:cNvSpPr/>
          <p:nvPr/>
        </p:nvSpPr>
        <p:spPr>
          <a:xfrm>
            <a:off x="3864329"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8" name="Shape 125"/>
          <p:cNvSpPr/>
          <p:nvPr/>
        </p:nvSpPr>
        <p:spPr>
          <a:xfrm>
            <a:off x="3982896"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29" name="Shape 126"/>
          <p:cNvSpPr/>
          <p:nvPr/>
        </p:nvSpPr>
        <p:spPr>
          <a:xfrm>
            <a:off x="4101462"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0" name="Shape 127"/>
          <p:cNvSpPr/>
          <p:nvPr/>
        </p:nvSpPr>
        <p:spPr>
          <a:xfrm>
            <a:off x="4220028"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1" name="Shape 128"/>
          <p:cNvSpPr/>
          <p:nvPr/>
        </p:nvSpPr>
        <p:spPr>
          <a:xfrm>
            <a:off x="4338595"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2" name="Shape 129"/>
          <p:cNvSpPr/>
          <p:nvPr/>
        </p:nvSpPr>
        <p:spPr>
          <a:xfrm>
            <a:off x="4457161"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3" name="Shape 130"/>
          <p:cNvSpPr/>
          <p:nvPr/>
        </p:nvSpPr>
        <p:spPr>
          <a:xfrm>
            <a:off x="4575727"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4" name="Shape 131"/>
          <p:cNvSpPr/>
          <p:nvPr/>
        </p:nvSpPr>
        <p:spPr>
          <a:xfrm>
            <a:off x="4694294"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5" name="Shape 132"/>
          <p:cNvSpPr/>
          <p:nvPr/>
        </p:nvSpPr>
        <p:spPr>
          <a:xfrm>
            <a:off x="4812860"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6" name="Shape 133"/>
          <p:cNvSpPr/>
          <p:nvPr/>
        </p:nvSpPr>
        <p:spPr>
          <a:xfrm>
            <a:off x="4931427" y="1237418"/>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7" name="Shape 134"/>
          <p:cNvSpPr/>
          <p:nvPr/>
        </p:nvSpPr>
        <p:spPr>
          <a:xfrm>
            <a:off x="3864329"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8" name="Shape 135"/>
          <p:cNvSpPr/>
          <p:nvPr/>
        </p:nvSpPr>
        <p:spPr>
          <a:xfrm>
            <a:off x="3982896"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39" name="Shape 136"/>
          <p:cNvSpPr/>
          <p:nvPr/>
        </p:nvSpPr>
        <p:spPr>
          <a:xfrm>
            <a:off x="4101462"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0" name="Shape 137"/>
          <p:cNvSpPr/>
          <p:nvPr/>
        </p:nvSpPr>
        <p:spPr>
          <a:xfrm>
            <a:off x="4220028"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1" name="Shape 138"/>
          <p:cNvSpPr/>
          <p:nvPr/>
        </p:nvSpPr>
        <p:spPr>
          <a:xfrm>
            <a:off x="4338595"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2" name="Shape 139"/>
          <p:cNvSpPr/>
          <p:nvPr/>
        </p:nvSpPr>
        <p:spPr>
          <a:xfrm>
            <a:off x="4457161"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3" name="Shape 140"/>
          <p:cNvSpPr/>
          <p:nvPr/>
        </p:nvSpPr>
        <p:spPr>
          <a:xfrm>
            <a:off x="4575727"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4" name="Shape 141"/>
          <p:cNvSpPr/>
          <p:nvPr/>
        </p:nvSpPr>
        <p:spPr>
          <a:xfrm>
            <a:off x="4694294"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5" name="Shape 142"/>
          <p:cNvSpPr/>
          <p:nvPr/>
        </p:nvSpPr>
        <p:spPr>
          <a:xfrm>
            <a:off x="4812860"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6" name="Shape 143"/>
          <p:cNvSpPr/>
          <p:nvPr/>
        </p:nvSpPr>
        <p:spPr>
          <a:xfrm>
            <a:off x="4931427" y="1355984"/>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7" name="Shape 144"/>
          <p:cNvSpPr/>
          <p:nvPr/>
        </p:nvSpPr>
        <p:spPr>
          <a:xfrm>
            <a:off x="3864329"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8" name="Shape 145"/>
          <p:cNvSpPr/>
          <p:nvPr/>
        </p:nvSpPr>
        <p:spPr>
          <a:xfrm>
            <a:off x="3982896"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49" name="Shape 146"/>
          <p:cNvSpPr/>
          <p:nvPr/>
        </p:nvSpPr>
        <p:spPr>
          <a:xfrm>
            <a:off x="4101462"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0" name="Shape 147"/>
          <p:cNvSpPr/>
          <p:nvPr/>
        </p:nvSpPr>
        <p:spPr>
          <a:xfrm>
            <a:off x="4220028"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1" name="Shape 148"/>
          <p:cNvSpPr/>
          <p:nvPr/>
        </p:nvSpPr>
        <p:spPr>
          <a:xfrm>
            <a:off x="4338595"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2" name="Shape 149"/>
          <p:cNvSpPr/>
          <p:nvPr/>
        </p:nvSpPr>
        <p:spPr>
          <a:xfrm>
            <a:off x="4457161"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3" name="Shape 150"/>
          <p:cNvSpPr/>
          <p:nvPr/>
        </p:nvSpPr>
        <p:spPr>
          <a:xfrm>
            <a:off x="4575727"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4" name="Shape 151"/>
          <p:cNvSpPr/>
          <p:nvPr/>
        </p:nvSpPr>
        <p:spPr>
          <a:xfrm>
            <a:off x="4694294"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5" name="Shape 152"/>
          <p:cNvSpPr/>
          <p:nvPr/>
        </p:nvSpPr>
        <p:spPr>
          <a:xfrm>
            <a:off x="4812860"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6" name="Shape 153"/>
          <p:cNvSpPr/>
          <p:nvPr/>
        </p:nvSpPr>
        <p:spPr>
          <a:xfrm>
            <a:off x="4931427" y="1474551"/>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57" name="Shape 154"/>
          <p:cNvSpPr/>
          <p:nvPr/>
        </p:nvSpPr>
        <p:spPr>
          <a:xfrm>
            <a:off x="3864329" y="1593117"/>
            <a:ext cx="98822" cy="98822"/>
          </a:xfrm>
          <a:prstGeom prst="roundRect">
            <a:avLst>
              <a:gd name="adj" fmla="val 385543"/>
            </a:avLst>
          </a:prstGeom>
          <a:solidFill>
            <a:srgbClr val="26A688"/>
          </a:solidFill>
          <a:ln/>
        </p:spPr>
        <p:txBody>
          <a:bodyPr/>
          <a:lstStyle/>
          <a:p>
            <a:endParaRPr lang="en-US" sz="1500"/>
          </a:p>
        </p:txBody>
      </p:sp>
      <p:sp>
        <p:nvSpPr>
          <p:cNvPr id="158" name="Shape 155"/>
          <p:cNvSpPr/>
          <p:nvPr/>
        </p:nvSpPr>
        <p:spPr>
          <a:xfrm>
            <a:off x="3982896" y="1593117"/>
            <a:ext cx="98822" cy="98822"/>
          </a:xfrm>
          <a:prstGeom prst="roundRect">
            <a:avLst>
              <a:gd name="adj" fmla="val 385543"/>
            </a:avLst>
          </a:prstGeom>
          <a:solidFill>
            <a:srgbClr val="26A688"/>
          </a:solidFill>
          <a:ln/>
        </p:spPr>
        <p:txBody>
          <a:bodyPr/>
          <a:lstStyle/>
          <a:p>
            <a:endParaRPr lang="en-US" sz="1500"/>
          </a:p>
        </p:txBody>
      </p:sp>
      <p:sp>
        <p:nvSpPr>
          <p:cNvPr id="159" name="Shape 156"/>
          <p:cNvSpPr/>
          <p:nvPr/>
        </p:nvSpPr>
        <p:spPr>
          <a:xfrm>
            <a:off x="4101462" y="1593117"/>
            <a:ext cx="98822" cy="98822"/>
          </a:xfrm>
          <a:prstGeom prst="roundRect">
            <a:avLst>
              <a:gd name="adj" fmla="val 385543"/>
            </a:avLst>
          </a:prstGeom>
          <a:solidFill>
            <a:srgbClr val="26A688"/>
          </a:solidFill>
          <a:ln/>
        </p:spPr>
        <p:txBody>
          <a:bodyPr/>
          <a:lstStyle/>
          <a:p>
            <a:endParaRPr lang="en-US" sz="1500"/>
          </a:p>
        </p:txBody>
      </p:sp>
      <p:sp>
        <p:nvSpPr>
          <p:cNvPr id="160" name="Shape 157"/>
          <p:cNvSpPr/>
          <p:nvPr/>
        </p:nvSpPr>
        <p:spPr>
          <a:xfrm>
            <a:off x="4220028"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1" name="Shape 158"/>
          <p:cNvSpPr/>
          <p:nvPr/>
        </p:nvSpPr>
        <p:spPr>
          <a:xfrm>
            <a:off x="4338595"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2" name="Shape 159"/>
          <p:cNvSpPr/>
          <p:nvPr/>
        </p:nvSpPr>
        <p:spPr>
          <a:xfrm>
            <a:off x="4457161"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3" name="Shape 160"/>
          <p:cNvSpPr/>
          <p:nvPr/>
        </p:nvSpPr>
        <p:spPr>
          <a:xfrm>
            <a:off x="4575727"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4" name="Shape 161"/>
          <p:cNvSpPr/>
          <p:nvPr/>
        </p:nvSpPr>
        <p:spPr>
          <a:xfrm>
            <a:off x="4694294"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5" name="Shape 162"/>
          <p:cNvSpPr/>
          <p:nvPr/>
        </p:nvSpPr>
        <p:spPr>
          <a:xfrm>
            <a:off x="4812860"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6" name="Shape 163"/>
          <p:cNvSpPr/>
          <p:nvPr/>
        </p:nvSpPr>
        <p:spPr>
          <a:xfrm>
            <a:off x="4931427" y="1593117"/>
            <a:ext cx="98822" cy="98822"/>
          </a:xfrm>
          <a:prstGeom prst="roundRect">
            <a:avLst>
              <a:gd name="adj" fmla="val 385543"/>
            </a:avLst>
          </a:prstGeom>
          <a:solidFill>
            <a:srgbClr val="D6F5EE"/>
          </a:solidFill>
          <a:ln w="7620">
            <a:solidFill>
              <a:srgbClr val="BCDBD4"/>
            </a:solidFill>
            <a:prstDash val="solid"/>
          </a:ln>
        </p:spPr>
        <p:txBody>
          <a:bodyPr/>
          <a:lstStyle/>
          <a:p>
            <a:endParaRPr lang="en-US" sz="1500"/>
          </a:p>
        </p:txBody>
      </p:sp>
      <p:sp>
        <p:nvSpPr>
          <p:cNvPr id="167" name="Shape 164"/>
          <p:cNvSpPr/>
          <p:nvPr/>
        </p:nvSpPr>
        <p:spPr>
          <a:xfrm>
            <a:off x="3864329" y="1711684"/>
            <a:ext cx="98822" cy="98822"/>
          </a:xfrm>
          <a:prstGeom prst="roundRect">
            <a:avLst>
              <a:gd name="adj" fmla="val 385543"/>
            </a:avLst>
          </a:prstGeom>
          <a:solidFill>
            <a:srgbClr val="26A688"/>
          </a:solidFill>
          <a:ln/>
        </p:spPr>
        <p:txBody>
          <a:bodyPr/>
          <a:lstStyle/>
          <a:p>
            <a:endParaRPr lang="en-US" sz="1500"/>
          </a:p>
        </p:txBody>
      </p:sp>
      <p:sp>
        <p:nvSpPr>
          <p:cNvPr id="168" name="Shape 165"/>
          <p:cNvSpPr/>
          <p:nvPr/>
        </p:nvSpPr>
        <p:spPr>
          <a:xfrm>
            <a:off x="3982896" y="1711684"/>
            <a:ext cx="98822" cy="98822"/>
          </a:xfrm>
          <a:prstGeom prst="roundRect">
            <a:avLst>
              <a:gd name="adj" fmla="val 385543"/>
            </a:avLst>
          </a:prstGeom>
          <a:solidFill>
            <a:srgbClr val="26A688"/>
          </a:solidFill>
          <a:ln/>
        </p:spPr>
        <p:txBody>
          <a:bodyPr/>
          <a:lstStyle/>
          <a:p>
            <a:endParaRPr lang="en-US" sz="1500"/>
          </a:p>
        </p:txBody>
      </p:sp>
      <p:sp>
        <p:nvSpPr>
          <p:cNvPr id="169" name="Shape 166"/>
          <p:cNvSpPr/>
          <p:nvPr/>
        </p:nvSpPr>
        <p:spPr>
          <a:xfrm>
            <a:off x="4101462" y="1711684"/>
            <a:ext cx="98822" cy="98822"/>
          </a:xfrm>
          <a:prstGeom prst="roundRect">
            <a:avLst>
              <a:gd name="adj" fmla="val 385543"/>
            </a:avLst>
          </a:prstGeom>
          <a:solidFill>
            <a:srgbClr val="26A688"/>
          </a:solidFill>
          <a:ln/>
        </p:spPr>
        <p:txBody>
          <a:bodyPr/>
          <a:lstStyle/>
          <a:p>
            <a:endParaRPr lang="en-US" sz="1500"/>
          </a:p>
        </p:txBody>
      </p:sp>
      <p:sp>
        <p:nvSpPr>
          <p:cNvPr id="170" name="Shape 167"/>
          <p:cNvSpPr/>
          <p:nvPr/>
        </p:nvSpPr>
        <p:spPr>
          <a:xfrm>
            <a:off x="4220028" y="1711684"/>
            <a:ext cx="98822" cy="98822"/>
          </a:xfrm>
          <a:prstGeom prst="roundRect">
            <a:avLst>
              <a:gd name="adj" fmla="val 385543"/>
            </a:avLst>
          </a:prstGeom>
          <a:solidFill>
            <a:srgbClr val="26A688"/>
          </a:solidFill>
          <a:ln/>
        </p:spPr>
        <p:txBody>
          <a:bodyPr/>
          <a:lstStyle/>
          <a:p>
            <a:endParaRPr lang="en-US" sz="1500"/>
          </a:p>
        </p:txBody>
      </p:sp>
      <p:sp>
        <p:nvSpPr>
          <p:cNvPr id="171" name="Shape 168"/>
          <p:cNvSpPr/>
          <p:nvPr/>
        </p:nvSpPr>
        <p:spPr>
          <a:xfrm>
            <a:off x="4338595" y="1711684"/>
            <a:ext cx="98822" cy="98822"/>
          </a:xfrm>
          <a:prstGeom prst="roundRect">
            <a:avLst>
              <a:gd name="adj" fmla="val 385543"/>
            </a:avLst>
          </a:prstGeom>
          <a:solidFill>
            <a:srgbClr val="26A688"/>
          </a:solidFill>
          <a:ln/>
        </p:spPr>
        <p:txBody>
          <a:bodyPr/>
          <a:lstStyle/>
          <a:p>
            <a:endParaRPr lang="en-US" sz="1500"/>
          </a:p>
        </p:txBody>
      </p:sp>
      <p:sp>
        <p:nvSpPr>
          <p:cNvPr id="172" name="Shape 169"/>
          <p:cNvSpPr/>
          <p:nvPr/>
        </p:nvSpPr>
        <p:spPr>
          <a:xfrm>
            <a:off x="4457161" y="1711684"/>
            <a:ext cx="98822" cy="98822"/>
          </a:xfrm>
          <a:prstGeom prst="roundRect">
            <a:avLst>
              <a:gd name="adj" fmla="val 385543"/>
            </a:avLst>
          </a:prstGeom>
          <a:solidFill>
            <a:srgbClr val="26A688"/>
          </a:solidFill>
          <a:ln/>
        </p:spPr>
        <p:txBody>
          <a:bodyPr/>
          <a:lstStyle/>
          <a:p>
            <a:endParaRPr lang="en-US" sz="1500"/>
          </a:p>
        </p:txBody>
      </p:sp>
      <p:sp>
        <p:nvSpPr>
          <p:cNvPr id="173" name="Shape 170"/>
          <p:cNvSpPr/>
          <p:nvPr/>
        </p:nvSpPr>
        <p:spPr>
          <a:xfrm>
            <a:off x="4575727" y="1711684"/>
            <a:ext cx="98822" cy="98822"/>
          </a:xfrm>
          <a:prstGeom prst="roundRect">
            <a:avLst>
              <a:gd name="adj" fmla="val 385543"/>
            </a:avLst>
          </a:prstGeom>
          <a:solidFill>
            <a:srgbClr val="26A688"/>
          </a:solidFill>
          <a:ln/>
        </p:spPr>
        <p:txBody>
          <a:bodyPr/>
          <a:lstStyle/>
          <a:p>
            <a:endParaRPr lang="en-US" sz="1500"/>
          </a:p>
        </p:txBody>
      </p:sp>
      <p:sp>
        <p:nvSpPr>
          <p:cNvPr id="174" name="Shape 171"/>
          <p:cNvSpPr/>
          <p:nvPr/>
        </p:nvSpPr>
        <p:spPr>
          <a:xfrm>
            <a:off x="4694294" y="1711684"/>
            <a:ext cx="98822" cy="98822"/>
          </a:xfrm>
          <a:prstGeom prst="roundRect">
            <a:avLst>
              <a:gd name="adj" fmla="val 385543"/>
            </a:avLst>
          </a:prstGeom>
          <a:solidFill>
            <a:srgbClr val="26A688"/>
          </a:solidFill>
          <a:ln/>
        </p:spPr>
        <p:txBody>
          <a:bodyPr/>
          <a:lstStyle/>
          <a:p>
            <a:endParaRPr lang="en-US" sz="1500"/>
          </a:p>
        </p:txBody>
      </p:sp>
      <p:sp>
        <p:nvSpPr>
          <p:cNvPr id="175" name="Shape 172"/>
          <p:cNvSpPr/>
          <p:nvPr/>
        </p:nvSpPr>
        <p:spPr>
          <a:xfrm>
            <a:off x="4812860" y="1711684"/>
            <a:ext cx="98822" cy="98822"/>
          </a:xfrm>
          <a:prstGeom prst="roundRect">
            <a:avLst>
              <a:gd name="adj" fmla="val 385543"/>
            </a:avLst>
          </a:prstGeom>
          <a:solidFill>
            <a:srgbClr val="26A688"/>
          </a:solidFill>
          <a:ln/>
        </p:spPr>
        <p:txBody>
          <a:bodyPr/>
          <a:lstStyle/>
          <a:p>
            <a:endParaRPr lang="en-US" sz="1500"/>
          </a:p>
        </p:txBody>
      </p:sp>
      <p:sp>
        <p:nvSpPr>
          <p:cNvPr id="176" name="Shape 173"/>
          <p:cNvSpPr/>
          <p:nvPr/>
        </p:nvSpPr>
        <p:spPr>
          <a:xfrm>
            <a:off x="4931427" y="1711684"/>
            <a:ext cx="98822" cy="98822"/>
          </a:xfrm>
          <a:prstGeom prst="roundRect">
            <a:avLst>
              <a:gd name="adj" fmla="val 385543"/>
            </a:avLst>
          </a:prstGeom>
          <a:solidFill>
            <a:srgbClr val="26A688"/>
          </a:solidFill>
          <a:ln/>
        </p:spPr>
        <p:txBody>
          <a:bodyPr/>
          <a:lstStyle/>
          <a:p>
            <a:endParaRPr lang="en-US" sz="1500"/>
          </a:p>
        </p:txBody>
      </p:sp>
      <p:sp>
        <p:nvSpPr>
          <p:cNvPr id="177" name="Shape 174"/>
          <p:cNvSpPr/>
          <p:nvPr/>
        </p:nvSpPr>
        <p:spPr>
          <a:xfrm>
            <a:off x="3864329" y="1830250"/>
            <a:ext cx="98822" cy="98822"/>
          </a:xfrm>
          <a:prstGeom prst="roundRect">
            <a:avLst>
              <a:gd name="adj" fmla="val 385543"/>
            </a:avLst>
          </a:prstGeom>
          <a:solidFill>
            <a:srgbClr val="26A688"/>
          </a:solidFill>
          <a:ln/>
        </p:spPr>
        <p:txBody>
          <a:bodyPr/>
          <a:lstStyle/>
          <a:p>
            <a:endParaRPr lang="en-US" sz="1500"/>
          </a:p>
        </p:txBody>
      </p:sp>
      <p:sp>
        <p:nvSpPr>
          <p:cNvPr id="178" name="Shape 175"/>
          <p:cNvSpPr/>
          <p:nvPr/>
        </p:nvSpPr>
        <p:spPr>
          <a:xfrm>
            <a:off x="3982896" y="1830250"/>
            <a:ext cx="98822" cy="98822"/>
          </a:xfrm>
          <a:prstGeom prst="roundRect">
            <a:avLst>
              <a:gd name="adj" fmla="val 385543"/>
            </a:avLst>
          </a:prstGeom>
          <a:solidFill>
            <a:srgbClr val="26A688"/>
          </a:solidFill>
          <a:ln/>
        </p:spPr>
        <p:txBody>
          <a:bodyPr/>
          <a:lstStyle/>
          <a:p>
            <a:endParaRPr lang="en-US" sz="1500"/>
          </a:p>
        </p:txBody>
      </p:sp>
      <p:sp>
        <p:nvSpPr>
          <p:cNvPr id="179" name="Shape 176"/>
          <p:cNvSpPr/>
          <p:nvPr/>
        </p:nvSpPr>
        <p:spPr>
          <a:xfrm>
            <a:off x="4101462" y="1830250"/>
            <a:ext cx="98822" cy="98822"/>
          </a:xfrm>
          <a:prstGeom prst="roundRect">
            <a:avLst>
              <a:gd name="adj" fmla="val 385543"/>
            </a:avLst>
          </a:prstGeom>
          <a:solidFill>
            <a:srgbClr val="26A688"/>
          </a:solidFill>
          <a:ln/>
        </p:spPr>
        <p:txBody>
          <a:bodyPr/>
          <a:lstStyle/>
          <a:p>
            <a:endParaRPr lang="en-US" sz="1500"/>
          </a:p>
        </p:txBody>
      </p:sp>
      <p:sp>
        <p:nvSpPr>
          <p:cNvPr id="180" name="Shape 177"/>
          <p:cNvSpPr/>
          <p:nvPr/>
        </p:nvSpPr>
        <p:spPr>
          <a:xfrm>
            <a:off x="4220028" y="1830250"/>
            <a:ext cx="98822" cy="98822"/>
          </a:xfrm>
          <a:prstGeom prst="roundRect">
            <a:avLst>
              <a:gd name="adj" fmla="val 385543"/>
            </a:avLst>
          </a:prstGeom>
          <a:solidFill>
            <a:srgbClr val="26A688"/>
          </a:solidFill>
          <a:ln/>
        </p:spPr>
        <p:txBody>
          <a:bodyPr/>
          <a:lstStyle/>
          <a:p>
            <a:endParaRPr lang="en-US" sz="1500"/>
          </a:p>
        </p:txBody>
      </p:sp>
      <p:sp>
        <p:nvSpPr>
          <p:cNvPr id="181" name="Shape 178"/>
          <p:cNvSpPr/>
          <p:nvPr/>
        </p:nvSpPr>
        <p:spPr>
          <a:xfrm>
            <a:off x="4338595" y="1830250"/>
            <a:ext cx="98822" cy="98822"/>
          </a:xfrm>
          <a:prstGeom prst="roundRect">
            <a:avLst>
              <a:gd name="adj" fmla="val 385543"/>
            </a:avLst>
          </a:prstGeom>
          <a:solidFill>
            <a:srgbClr val="26A688"/>
          </a:solidFill>
          <a:ln/>
        </p:spPr>
        <p:txBody>
          <a:bodyPr/>
          <a:lstStyle/>
          <a:p>
            <a:endParaRPr lang="en-US" sz="1500"/>
          </a:p>
        </p:txBody>
      </p:sp>
      <p:sp>
        <p:nvSpPr>
          <p:cNvPr id="182" name="Shape 179"/>
          <p:cNvSpPr/>
          <p:nvPr/>
        </p:nvSpPr>
        <p:spPr>
          <a:xfrm>
            <a:off x="4457161" y="1830250"/>
            <a:ext cx="98822" cy="98822"/>
          </a:xfrm>
          <a:prstGeom prst="roundRect">
            <a:avLst>
              <a:gd name="adj" fmla="val 385543"/>
            </a:avLst>
          </a:prstGeom>
          <a:solidFill>
            <a:srgbClr val="26A688"/>
          </a:solidFill>
          <a:ln/>
        </p:spPr>
        <p:txBody>
          <a:bodyPr/>
          <a:lstStyle/>
          <a:p>
            <a:endParaRPr lang="en-US" sz="1500"/>
          </a:p>
        </p:txBody>
      </p:sp>
      <p:sp>
        <p:nvSpPr>
          <p:cNvPr id="183" name="Shape 180"/>
          <p:cNvSpPr/>
          <p:nvPr/>
        </p:nvSpPr>
        <p:spPr>
          <a:xfrm>
            <a:off x="4575727" y="1830250"/>
            <a:ext cx="98822" cy="98822"/>
          </a:xfrm>
          <a:prstGeom prst="roundRect">
            <a:avLst>
              <a:gd name="adj" fmla="val 385543"/>
            </a:avLst>
          </a:prstGeom>
          <a:solidFill>
            <a:srgbClr val="26A688"/>
          </a:solidFill>
          <a:ln/>
        </p:spPr>
        <p:txBody>
          <a:bodyPr/>
          <a:lstStyle/>
          <a:p>
            <a:endParaRPr lang="en-US" sz="1500"/>
          </a:p>
        </p:txBody>
      </p:sp>
      <p:sp>
        <p:nvSpPr>
          <p:cNvPr id="184" name="Shape 181"/>
          <p:cNvSpPr/>
          <p:nvPr/>
        </p:nvSpPr>
        <p:spPr>
          <a:xfrm>
            <a:off x="4694294" y="1830250"/>
            <a:ext cx="98822" cy="98822"/>
          </a:xfrm>
          <a:prstGeom prst="roundRect">
            <a:avLst>
              <a:gd name="adj" fmla="val 385543"/>
            </a:avLst>
          </a:prstGeom>
          <a:solidFill>
            <a:srgbClr val="26A688"/>
          </a:solidFill>
          <a:ln/>
        </p:spPr>
        <p:txBody>
          <a:bodyPr/>
          <a:lstStyle/>
          <a:p>
            <a:endParaRPr lang="en-US" sz="1500"/>
          </a:p>
        </p:txBody>
      </p:sp>
      <p:sp>
        <p:nvSpPr>
          <p:cNvPr id="185" name="Shape 182"/>
          <p:cNvSpPr/>
          <p:nvPr/>
        </p:nvSpPr>
        <p:spPr>
          <a:xfrm>
            <a:off x="4812860" y="1830250"/>
            <a:ext cx="98822" cy="98822"/>
          </a:xfrm>
          <a:prstGeom prst="roundRect">
            <a:avLst>
              <a:gd name="adj" fmla="val 385543"/>
            </a:avLst>
          </a:prstGeom>
          <a:solidFill>
            <a:srgbClr val="26A688"/>
          </a:solidFill>
          <a:ln/>
        </p:spPr>
        <p:txBody>
          <a:bodyPr/>
          <a:lstStyle/>
          <a:p>
            <a:endParaRPr lang="en-US" sz="1500"/>
          </a:p>
        </p:txBody>
      </p:sp>
      <p:sp>
        <p:nvSpPr>
          <p:cNvPr id="186" name="Shape 183"/>
          <p:cNvSpPr/>
          <p:nvPr/>
        </p:nvSpPr>
        <p:spPr>
          <a:xfrm>
            <a:off x="4931427" y="1830250"/>
            <a:ext cx="98822" cy="98822"/>
          </a:xfrm>
          <a:prstGeom prst="roundRect">
            <a:avLst>
              <a:gd name="adj" fmla="val 385543"/>
            </a:avLst>
          </a:prstGeom>
          <a:solidFill>
            <a:srgbClr val="26A688"/>
          </a:solidFill>
          <a:ln/>
        </p:spPr>
        <p:txBody>
          <a:bodyPr/>
          <a:lstStyle/>
          <a:p>
            <a:endParaRPr lang="en-US" sz="1500"/>
          </a:p>
        </p:txBody>
      </p:sp>
      <p:sp>
        <p:nvSpPr>
          <p:cNvPr id="187" name="Shape 184"/>
          <p:cNvSpPr/>
          <p:nvPr/>
        </p:nvSpPr>
        <p:spPr>
          <a:xfrm>
            <a:off x="3864329" y="1948816"/>
            <a:ext cx="98822" cy="98822"/>
          </a:xfrm>
          <a:prstGeom prst="roundRect">
            <a:avLst>
              <a:gd name="adj" fmla="val 385543"/>
            </a:avLst>
          </a:prstGeom>
          <a:solidFill>
            <a:srgbClr val="26A688"/>
          </a:solidFill>
          <a:ln/>
        </p:spPr>
        <p:txBody>
          <a:bodyPr/>
          <a:lstStyle/>
          <a:p>
            <a:endParaRPr lang="en-US" sz="1500"/>
          </a:p>
        </p:txBody>
      </p:sp>
      <p:sp>
        <p:nvSpPr>
          <p:cNvPr id="188" name="Shape 185"/>
          <p:cNvSpPr/>
          <p:nvPr/>
        </p:nvSpPr>
        <p:spPr>
          <a:xfrm>
            <a:off x="3982896" y="1948816"/>
            <a:ext cx="98822" cy="98822"/>
          </a:xfrm>
          <a:prstGeom prst="roundRect">
            <a:avLst>
              <a:gd name="adj" fmla="val 385543"/>
            </a:avLst>
          </a:prstGeom>
          <a:solidFill>
            <a:srgbClr val="26A688"/>
          </a:solidFill>
          <a:ln/>
        </p:spPr>
        <p:txBody>
          <a:bodyPr/>
          <a:lstStyle/>
          <a:p>
            <a:endParaRPr lang="en-US" sz="1500"/>
          </a:p>
        </p:txBody>
      </p:sp>
      <p:sp>
        <p:nvSpPr>
          <p:cNvPr id="189" name="Shape 186"/>
          <p:cNvSpPr/>
          <p:nvPr/>
        </p:nvSpPr>
        <p:spPr>
          <a:xfrm>
            <a:off x="4101462" y="1948816"/>
            <a:ext cx="98822" cy="98822"/>
          </a:xfrm>
          <a:prstGeom prst="roundRect">
            <a:avLst>
              <a:gd name="adj" fmla="val 385543"/>
            </a:avLst>
          </a:prstGeom>
          <a:solidFill>
            <a:srgbClr val="26A688"/>
          </a:solidFill>
          <a:ln/>
        </p:spPr>
        <p:txBody>
          <a:bodyPr/>
          <a:lstStyle/>
          <a:p>
            <a:endParaRPr lang="en-US" sz="1500"/>
          </a:p>
        </p:txBody>
      </p:sp>
      <p:sp>
        <p:nvSpPr>
          <p:cNvPr id="190" name="Shape 187"/>
          <p:cNvSpPr/>
          <p:nvPr/>
        </p:nvSpPr>
        <p:spPr>
          <a:xfrm>
            <a:off x="4220028" y="1948816"/>
            <a:ext cx="98822" cy="98822"/>
          </a:xfrm>
          <a:prstGeom prst="roundRect">
            <a:avLst>
              <a:gd name="adj" fmla="val 385543"/>
            </a:avLst>
          </a:prstGeom>
          <a:solidFill>
            <a:srgbClr val="26A688"/>
          </a:solidFill>
          <a:ln/>
        </p:spPr>
        <p:txBody>
          <a:bodyPr/>
          <a:lstStyle/>
          <a:p>
            <a:endParaRPr lang="en-US" sz="1500"/>
          </a:p>
        </p:txBody>
      </p:sp>
      <p:sp>
        <p:nvSpPr>
          <p:cNvPr id="191" name="Shape 188"/>
          <p:cNvSpPr/>
          <p:nvPr/>
        </p:nvSpPr>
        <p:spPr>
          <a:xfrm>
            <a:off x="4338595" y="1948816"/>
            <a:ext cx="98822" cy="98822"/>
          </a:xfrm>
          <a:prstGeom prst="roundRect">
            <a:avLst>
              <a:gd name="adj" fmla="val 385543"/>
            </a:avLst>
          </a:prstGeom>
          <a:solidFill>
            <a:srgbClr val="26A688"/>
          </a:solidFill>
          <a:ln/>
        </p:spPr>
        <p:txBody>
          <a:bodyPr/>
          <a:lstStyle/>
          <a:p>
            <a:endParaRPr lang="en-US" sz="1500"/>
          </a:p>
        </p:txBody>
      </p:sp>
      <p:sp>
        <p:nvSpPr>
          <p:cNvPr id="192" name="Shape 189"/>
          <p:cNvSpPr/>
          <p:nvPr/>
        </p:nvSpPr>
        <p:spPr>
          <a:xfrm>
            <a:off x="4457161" y="1948816"/>
            <a:ext cx="98822" cy="98822"/>
          </a:xfrm>
          <a:prstGeom prst="roundRect">
            <a:avLst>
              <a:gd name="adj" fmla="val 385543"/>
            </a:avLst>
          </a:prstGeom>
          <a:solidFill>
            <a:srgbClr val="26A688"/>
          </a:solidFill>
          <a:ln/>
        </p:spPr>
        <p:txBody>
          <a:bodyPr/>
          <a:lstStyle/>
          <a:p>
            <a:endParaRPr lang="en-US" sz="1500"/>
          </a:p>
        </p:txBody>
      </p:sp>
      <p:sp>
        <p:nvSpPr>
          <p:cNvPr id="193" name="Shape 190"/>
          <p:cNvSpPr/>
          <p:nvPr/>
        </p:nvSpPr>
        <p:spPr>
          <a:xfrm>
            <a:off x="4575727" y="1948816"/>
            <a:ext cx="98822" cy="98822"/>
          </a:xfrm>
          <a:prstGeom prst="roundRect">
            <a:avLst>
              <a:gd name="adj" fmla="val 385543"/>
            </a:avLst>
          </a:prstGeom>
          <a:solidFill>
            <a:srgbClr val="26A688"/>
          </a:solidFill>
          <a:ln/>
        </p:spPr>
        <p:txBody>
          <a:bodyPr/>
          <a:lstStyle/>
          <a:p>
            <a:endParaRPr lang="en-US" sz="1500"/>
          </a:p>
        </p:txBody>
      </p:sp>
      <p:sp>
        <p:nvSpPr>
          <p:cNvPr id="194" name="Shape 191"/>
          <p:cNvSpPr/>
          <p:nvPr/>
        </p:nvSpPr>
        <p:spPr>
          <a:xfrm>
            <a:off x="4694294" y="1948816"/>
            <a:ext cx="98822" cy="98822"/>
          </a:xfrm>
          <a:prstGeom prst="roundRect">
            <a:avLst>
              <a:gd name="adj" fmla="val 385543"/>
            </a:avLst>
          </a:prstGeom>
          <a:solidFill>
            <a:srgbClr val="26A688"/>
          </a:solidFill>
          <a:ln/>
        </p:spPr>
        <p:txBody>
          <a:bodyPr/>
          <a:lstStyle/>
          <a:p>
            <a:endParaRPr lang="en-US" sz="1500"/>
          </a:p>
        </p:txBody>
      </p:sp>
      <p:sp>
        <p:nvSpPr>
          <p:cNvPr id="195" name="Shape 192"/>
          <p:cNvSpPr/>
          <p:nvPr/>
        </p:nvSpPr>
        <p:spPr>
          <a:xfrm>
            <a:off x="4812860" y="1948816"/>
            <a:ext cx="98822" cy="98822"/>
          </a:xfrm>
          <a:prstGeom prst="roundRect">
            <a:avLst>
              <a:gd name="adj" fmla="val 385543"/>
            </a:avLst>
          </a:prstGeom>
          <a:solidFill>
            <a:srgbClr val="26A688"/>
          </a:solidFill>
          <a:ln/>
        </p:spPr>
        <p:txBody>
          <a:bodyPr/>
          <a:lstStyle/>
          <a:p>
            <a:endParaRPr lang="en-US" sz="1500"/>
          </a:p>
        </p:txBody>
      </p:sp>
      <p:sp>
        <p:nvSpPr>
          <p:cNvPr id="196" name="Shape 193"/>
          <p:cNvSpPr/>
          <p:nvPr/>
        </p:nvSpPr>
        <p:spPr>
          <a:xfrm>
            <a:off x="4931427" y="1948816"/>
            <a:ext cx="98822" cy="98822"/>
          </a:xfrm>
          <a:prstGeom prst="roundRect">
            <a:avLst>
              <a:gd name="adj" fmla="val 385543"/>
            </a:avLst>
          </a:prstGeom>
          <a:solidFill>
            <a:srgbClr val="26A688"/>
          </a:solidFill>
          <a:ln/>
        </p:spPr>
        <p:txBody>
          <a:bodyPr/>
          <a:lstStyle/>
          <a:p>
            <a:endParaRPr lang="en-US" sz="1500"/>
          </a:p>
        </p:txBody>
      </p:sp>
      <p:sp>
        <p:nvSpPr>
          <p:cNvPr id="197" name="Shape 194"/>
          <p:cNvSpPr/>
          <p:nvPr/>
        </p:nvSpPr>
        <p:spPr>
          <a:xfrm>
            <a:off x="3864329" y="2067383"/>
            <a:ext cx="98822" cy="98822"/>
          </a:xfrm>
          <a:prstGeom prst="roundRect">
            <a:avLst>
              <a:gd name="adj" fmla="val 385543"/>
            </a:avLst>
          </a:prstGeom>
          <a:solidFill>
            <a:srgbClr val="26A688"/>
          </a:solidFill>
          <a:ln/>
        </p:spPr>
        <p:txBody>
          <a:bodyPr/>
          <a:lstStyle/>
          <a:p>
            <a:endParaRPr lang="en-US" sz="1500"/>
          </a:p>
        </p:txBody>
      </p:sp>
      <p:sp>
        <p:nvSpPr>
          <p:cNvPr id="198" name="Shape 195"/>
          <p:cNvSpPr/>
          <p:nvPr/>
        </p:nvSpPr>
        <p:spPr>
          <a:xfrm>
            <a:off x="3982896" y="2067383"/>
            <a:ext cx="98822" cy="98822"/>
          </a:xfrm>
          <a:prstGeom prst="roundRect">
            <a:avLst>
              <a:gd name="adj" fmla="val 385543"/>
            </a:avLst>
          </a:prstGeom>
          <a:solidFill>
            <a:srgbClr val="26A688"/>
          </a:solidFill>
          <a:ln/>
        </p:spPr>
        <p:txBody>
          <a:bodyPr/>
          <a:lstStyle/>
          <a:p>
            <a:endParaRPr lang="en-US" sz="1500"/>
          </a:p>
        </p:txBody>
      </p:sp>
      <p:sp>
        <p:nvSpPr>
          <p:cNvPr id="199" name="Shape 196"/>
          <p:cNvSpPr/>
          <p:nvPr/>
        </p:nvSpPr>
        <p:spPr>
          <a:xfrm>
            <a:off x="4101462" y="2067383"/>
            <a:ext cx="98822" cy="98822"/>
          </a:xfrm>
          <a:prstGeom prst="roundRect">
            <a:avLst>
              <a:gd name="adj" fmla="val 385543"/>
            </a:avLst>
          </a:prstGeom>
          <a:solidFill>
            <a:srgbClr val="26A688"/>
          </a:solidFill>
          <a:ln/>
        </p:spPr>
        <p:txBody>
          <a:bodyPr/>
          <a:lstStyle/>
          <a:p>
            <a:endParaRPr lang="en-US" sz="1500"/>
          </a:p>
        </p:txBody>
      </p:sp>
      <p:sp>
        <p:nvSpPr>
          <p:cNvPr id="200" name="Shape 197"/>
          <p:cNvSpPr/>
          <p:nvPr/>
        </p:nvSpPr>
        <p:spPr>
          <a:xfrm>
            <a:off x="4220028" y="2067383"/>
            <a:ext cx="98822" cy="98822"/>
          </a:xfrm>
          <a:prstGeom prst="roundRect">
            <a:avLst>
              <a:gd name="adj" fmla="val 385543"/>
            </a:avLst>
          </a:prstGeom>
          <a:solidFill>
            <a:srgbClr val="26A688"/>
          </a:solidFill>
          <a:ln/>
        </p:spPr>
        <p:txBody>
          <a:bodyPr/>
          <a:lstStyle/>
          <a:p>
            <a:endParaRPr lang="en-US" sz="1500"/>
          </a:p>
        </p:txBody>
      </p:sp>
      <p:sp>
        <p:nvSpPr>
          <p:cNvPr id="201" name="Shape 198"/>
          <p:cNvSpPr/>
          <p:nvPr/>
        </p:nvSpPr>
        <p:spPr>
          <a:xfrm>
            <a:off x="4338595" y="2067383"/>
            <a:ext cx="98822" cy="98822"/>
          </a:xfrm>
          <a:prstGeom prst="roundRect">
            <a:avLst>
              <a:gd name="adj" fmla="val 385543"/>
            </a:avLst>
          </a:prstGeom>
          <a:solidFill>
            <a:srgbClr val="26A688"/>
          </a:solidFill>
          <a:ln/>
        </p:spPr>
        <p:txBody>
          <a:bodyPr/>
          <a:lstStyle/>
          <a:p>
            <a:endParaRPr lang="en-US" sz="1500"/>
          </a:p>
        </p:txBody>
      </p:sp>
      <p:sp>
        <p:nvSpPr>
          <p:cNvPr id="202" name="Shape 199"/>
          <p:cNvSpPr/>
          <p:nvPr/>
        </p:nvSpPr>
        <p:spPr>
          <a:xfrm>
            <a:off x="4457161" y="2067383"/>
            <a:ext cx="98822" cy="98822"/>
          </a:xfrm>
          <a:prstGeom prst="roundRect">
            <a:avLst>
              <a:gd name="adj" fmla="val 385543"/>
            </a:avLst>
          </a:prstGeom>
          <a:solidFill>
            <a:srgbClr val="26A688"/>
          </a:solidFill>
          <a:ln/>
        </p:spPr>
        <p:txBody>
          <a:bodyPr/>
          <a:lstStyle/>
          <a:p>
            <a:endParaRPr lang="en-US" sz="1500"/>
          </a:p>
        </p:txBody>
      </p:sp>
      <p:sp>
        <p:nvSpPr>
          <p:cNvPr id="203" name="Shape 200"/>
          <p:cNvSpPr/>
          <p:nvPr/>
        </p:nvSpPr>
        <p:spPr>
          <a:xfrm>
            <a:off x="4575727" y="2067383"/>
            <a:ext cx="98822" cy="98822"/>
          </a:xfrm>
          <a:prstGeom prst="roundRect">
            <a:avLst>
              <a:gd name="adj" fmla="val 385543"/>
            </a:avLst>
          </a:prstGeom>
          <a:solidFill>
            <a:srgbClr val="26A688"/>
          </a:solidFill>
          <a:ln/>
        </p:spPr>
        <p:txBody>
          <a:bodyPr/>
          <a:lstStyle/>
          <a:p>
            <a:endParaRPr lang="en-US" sz="1500"/>
          </a:p>
        </p:txBody>
      </p:sp>
      <p:sp>
        <p:nvSpPr>
          <p:cNvPr id="204" name="Shape 201"/>
          <p:cNvSpPr/>
          <p:nvPr/>
        </p:nvSpPr>
        <p:spPr>
          <a:xfrm>
            <a:off x="4694294" y="2067383"/>
            <a:ext cx="98822" cy="98822"/>
          </a:xfrm>
          <a:prstGeom prst="roundRect">
            <a:avLst>
              <a:gd name="adj" fmla="val 385543"/>
            </a:avLst>
          </a:prstGeom>
          <a:solidFill>
            <a:srgbClr val="26A688"/>
          </a:solidFill>
          <a:ln/>
        </p:spPr>
        <p:txBody>
          <a:bodyPr/>
          <a:lstStyle/>
          <a:p>
            <a:endParaRPr lang="en-US" sz="1500"/>
          </a:p>
        </p:txBody>
      </p:sp>
      <p:sp>
        <p:nvSpPr>
          <p:cNvPr id="205" name="Shape 202"/>
          <p:cNvSpPr/>
          <p:nvPr/>
        </p:nvSpPr>
        <p:spPr>
          <a:xfrm>
            <a:off x="4812860" y="2067383"/>
            <a:ext cx="98822" cy="98822"/>
          </a:xfrm>
          <a:prstGeom prst="roundRect">
            <a:avLst>
              <a:gd name="adj" fmla="val 385543"/>
            </a:avLst>
          </a:prstGeom>
          <a:solidFill>
            <a:srgbClr val="26A688"/>
          </a:solidFill>
          <a:ln/>
        </p:spPr>
        <p:txBody>
          <a:bodyPr/>
          <a:lstStyle/>
          <a:p>
            <a:endParaRPr lang="en-US" sz="1500"/>
          </a:p>
        </p:txBody>
      </p:sp>
      <p:sp>
        <p:nvSpPr>
          <p:cNvPr id="206" name="Shape 203"/>
          <p:cNvSpPr/>
          <p:nvPr/>
        </p:nvSpPr>
        <p:spPr>
          <a:xfrm>
            <a:off x="4931427" y="2067383"/>
            <a:ext cx="98822" cy="98822"/>
          </a:xfrm>
          <a:prstGeom prst="roundRect">
            <a:avLst>
              <a:gd name="adj" fmla="val 385543"/>
            </a:avLst>
          </a:prstGeom>
          <a:solidFill>
            <a:srgbClr val="26A688"/>
          </a:solidFill>
          <a:ln/>
        </p:spPr>
        <p:txBody>
          <a:bodyPr/>
          <a:lstStyle/>
          <a:p>
            <a:endParaRPr lang="en-US" sz="1500"/>
          </a:p>
        </p:txBody>
      </p:sp>
      <p:sp>
        <p:nvSpPr>
          <p:cNvPr id="207" name="Text 204"/>
          <p:cNvSpPr/>
          <p:nvPr/>
        </p:nvSpPr>
        <p:spPr>
          <a:xfrm>
            <a:off x="3864329" y="2289733"/>
            <a:ext cx="504428" cy="296664"/>
          </a:xfrm>
          <a:prstGeom prst="rect">
            <a:avLst/>
          </a:prstGeom>
          <a:noFill/>
          <a:ln/>
        </p:spPr>
        <p:txBody>
          <a:bodyPr wrap="none" lIns="0" tIns="0" rIns="0" bIns="0" rtlCol="0" anchor="t"/>
          <a:lstStyle/>
          <a:p>
            <a:pPr>
              <a:lnSpc>
                <a:spcPts val="2333"/>
              </a:lnSpc>
            </a:pPr>
            <a:r>
              <a:rPr lang="en-US" sz="2333" b="1" dirty="0">
                <a:solidFill>
                  <a:srgbClr val="333F70"/>
                </a:solidFill>
                <a:latin typeface="Unbounded Bold" pitchFamily="34" charset="0"/>
                <a:ea typeface="Unbounded Bold" pitchFamily="34" charset="-122"/>
                <a:cs typeface="Unbounded Bold" pitchFamily="34" charset="-120"/>
              </a:rPr>
              <a:t>43</a:t>
            </a:r>
            <a:endParaRPr lang="en-US" sz="2333" dirty="0"/>
          </a:p>
        </p:txBody>
      </p:sp>
      <p:sp>
        <p:nvSpPr>
          <p:cNvPr id="208" name="Text 205"/>
          <p:cNvSpPr/>
          <p:nvPr/>
        </p:nvSpPr>
        <p:spPr>
          <a:xfrm>
            <a:off x="3864329" y="2734629"/>
            <a:ext cx="1236167" cy="154483"/>
          </a:xfrm>
          <a:prstGeom prst="rect">
            <a:avLst/>
          </a:prstGeom>
          <a:noFill/>
          <a:ln/>
        </p:spPr>
        <p:txBody>
          <a:bodyPr wrap="none" lIns="0" tIns="0" rIns="0" bIns="0" rtlCol="0" anchor="t"/>
          <a:lstStyle/>
          <a:p>
            <a:pPr>
              <a:lnSpc>
                <a:spcPts val="1208"/>
              </a:lnSpc>
            </a:pPr>
            <a:r>
              <a:rPr lang="en-US" sz="1600" b="1" dirty="0">
                <a:solidFill>
                  <a:srgbClr val="333F70"/>
                </a:solidFill>
                <a:latin typeface="Unbounded Bold" pitchFamily="34" charset="0"/>
                <a:ea typeface="Unbounded Bold" pitchFamily="34" charset="-122"/>
                <a:cs typeface="Unbounded Bold" pitchFamily="34" charset="-120"/>
              </a:rPr>
              <a:t>Classes</a:t>
            </a:r>
            <a:endParaRPr lang="en-US" sz="1600" dirty="0"/>
          </a:p>
        </p:txBody>
      </p:sp>
      <p:sp>
        <p:nvSpPr>
          <p:cNvPr id="209" name="Text 206"/>
          <p:cNvSpPr/>
          <p:nvPr/>
        </p:nvSpPr>
        <p:spPr>
          <a:xfrm>
            <a:off x="3809999" y="2997453"/>
            <a:ext cx="3139678" cy="158254"/>
          </a:xfrm>
          <a:prstGeom prst="rect">
            <a:avLst/>
          </a:prstGeom>
          <a:noFill/>
          <a:ln/>
        </p:spPr>
        <p:txBody>
          <a:bodyPr wrap="none" lIns="0" tIns="0" rIns="0" bIns="0" rtlCol="0" anchor="t"/>
          <a:lstStyle/>
          <a:p>
            <a:pPr>
              <a:lnSpc>
                <a:spcPts val="1208"/>
              </a:lnSpc>
            </a:pPr>
            <a:r>
              <a:rPr lang="en-US" sz="1000" dirty="0">
                <a:solidFill>
                  <a:srgbClr val="333F70"/>
                </a:solidFill>
                <a:latin typeface="Open Sans" pitchFamily="34" charset="0"/>
                <a:ea typeface="Open Sans" pitchFamily="34" charset="-122"/>
                <a:cs typeface="Open Sans" pitchFamily="34" charset="-120"/>
              </a:rPr>
              <a:t>Different types of traffic signs</a:t>
            </a:r>
            <a:endParaRPr lang="en-US" sz="1000" dirty="0"/>
          </a:p>
        </p:txBody>
      </p:sp>
      <p:sp>
        <p:nvSpPr>
          <p:cNvPr id="210" name="Shape 207"/>
          <p:cNvSpPr/>
          <p:nvPr/>
        </p:nvSpPr>
        <p:spPr>
          <a:xfrm>
            <a:off x="608606" y="3277034"/>
            <a:ext cx="98822" cy="98822"/>
          </a:xfrm>
          <a:prstGeom prst="roundRect">
            <a:avLst>
              <a:gd name="adj" fmla="val 385543"/>
            </a:avLst>
          </a:prstGeom>
          <a:solidFill>
            <a:srgbClr val="26A688"/>
          </a:solidFill>
          <a:ln/>
        </p:spPr>
        <p:txBody>
          <a:bodyPr/>
          <a:lstStyle/>
          <a:p>
            <a:endParaRPr lang="en-US" sz="1500"/>
          </a:p>
        </p:txBody>
      </p:sp>
      <p:sp>
        <p:nvSpPr>
          <p:cNvPr id="211" name="Shape 208"/>
          <p:cNvSpPr/>
          <p:nvPr/>
        </p:nvSpPr>
        <p:spPr>
          <a:xfrm>
            <a:off x="727173" y="3277034"/>
            <a:ext cx="98822" cy="98822"/>
          </a:xfrm>
          <a:prstGeom prst="roundRect">
            <a:avLst>
              <a:gd name="adj" fmla="val 385543"/>
            </a:avLst>
          </a:prstGeom>
          <a:solidFill>
            <a:srgbClr val="26A688"/>
          </a:solidFill>
          <a:ln/>
        </p:spPr>
        <p:txBody>
          <a:bodyPr/>
          <a:lstStyle/>
          <a:p>
            <a:endParaRPr lang="en-US" sz="1500"/>
          </a:p>
        </p:txBody>
      </p:sp>
      <p:sp>
        <p:nvSpPr>
          <p:cNvPr id="212" name="Shape 209"/>
          <p:cNvSpPr/>
          <p:nvPr/>
        </p:nvSpPr>
        <p:spPr>
          <a:xfrm>
            <a:off x="845740" y="3277034"/>
            <a:ext cx="98822" cy="98822"/>
          </a:xfrm>
          <a:prstGeom prst="roundRect">
            <a:avLst>
              <a:gd name="adj" fmla="val 385543"/>
            </a:avLst>
          </a:prstGeom>
          <a:solidFill>
            <a:srgbClr val="26A688"/>
          </a:solidFill>
          <a:ln/>
        </p:spPr>
        <p:txBody>
          <a:bodyPr/>
          <a:lstStyle/>
          <a:p>
            <a:endParaRPr lang="en-US" sz="1500"/>
          </a:p>
        </p:txBody>
      </p:sp>
      <p:sp>
        <p:nvSpPr>
          <p:cNvPr id="213" name="Shape 210"/>
          <p:cNvSpPr/>
          <p:nvPr/>
        </p:nvSpPr>
        <p:spPr>
          <a:xfrm>
            <a:off x="964305" y="3277034"/>
            <a:ext cx="98822" cy="98822"/>
          </a:xfrm>
          <a:prstGeom prst="roundRect">
            <a:avLst>
              <a:gd name="adj" fmla="val 385543"/>
            </a:avLst>
          </a:prstGeom>
          <a:solidFill>
            <a:srgbClr val="26A688"/>
          </a:solidFill>
          <a:ln/>
        </p:spPr>
        <p:txBody>
          <a:bodyPr/>
          <a:lstStyle/>
          <a:p>
            <a:endParaRPr lang="en-US" sz="1500"/>
          </a:p>
        </p:txBody>
      </p:sp>
      <p:sp>
        <p:nvSpPr>
          <p:cNvPr id="214" name="Shape 211"/>
          <p:cNvSpPr/>
          <p:nvPr/>
        </p:nvSpPr>
        <p:spPr>
          <a:xfrm>
            <a:off x="1082872" y="3277034"/>
            <a:ext cx="98822" cy="98822"/>
          </a:xfrm>
          <a:prstGeom prst="roundRect">
            <a:avLst>
              <a:gd name="adj" fmla="val 385543"/>
            </a:avLst>
          </a:prstGeom>
          <a:solidFill>
            <a:srgbClr val="26A688"/>
          </a:solidFill>
          <a:ln/>
        </p:spPr>
        <p:txBody>
          <a:bodyPr/>
          <a:lstStyle/>
          <a:p>
            <a:endParaRPr lang="en-US" sz="1500"/>
          </a:p>
        </p:txBody>
      </p:sp>
      <p:sp>
        <p:nvSpPr>
          <p:cNvPr id="215" name="Shape 212"/>
          <p:cNvSpPr/>
          <p:nvPr/>
        </p:nvSpPr>
        <p:spPr>
          <a:xfrm>
            <a:off x="1201439" y="3277034"/>
            <a:ext cx="98822" cy="98822"/>
          </a:xfrm>
          <a:prstGeom prst="roundRect">
            <a:avLst>
              <a:gd name="adj" fmla="val 385543"/>
            </a:avLst>
          </a:prstGeom>
          <a:solidFill>
            <a:srgbClr val="26A688"/>
          </a:solidFill>
          <a:ln/>
        </p:spPr>
        <p:txBody>
          <a:bodyPr/>
          <a:lstStyle/>
          <a:p>
            <a:endParaRPr lang="en-US" sz="1500"/>
          </a:p>
        </p:txBody>
      </p:sp>
      <p:sp>
        <p:nvSpPr>
          <p:cNvPr id="216" name="Shape 213"/>
          <p:cNvSpPr/>
          <p:nvPr/>
        </p:nvSpPr>
        <p:spPr>
          <a:xfrm>
            <a:off x="1320005" y="3277034"/>
            <a:ext cx="98822" cy="98822"/>
          </a:xfrm>
          <a:prstGeom prst="roundRect">
            <a:avLst>
              <a:gd name="adj" fmla="val 385543"/>
            </a:avLst>
          </a:prstGeom>
          <a:solidFill>
            <a:srgbClr val="26A688"/>
          </a:solidFill>
          <a:ln/>
        </p:spPr>
        <p:txBody>
          <a:bodyPr/>
          <a:lstStyle/>
          <a:p>
            <a:endParaRPr lang="en-US" sz="1500"/>
          </a:p>
        </p:txBody>
      </p:sp>
      <p:sp>
        <p:nvSpPr>
          <p:cNvPr id="217" name="Shape 214"/>
          <p:cNvSpPr/>
          <p:nvPr/>
        </p:nvSpPr>
        <p:spPr>
          <a:xfrm>
            <a:off x="1438571" y="3277034"/>
            <a:ext cx="98822" cy="98822"/>
          </a:xfrm>
          <a:prstGeom prst="roundRect">
            <a:avLst>
              <a:gd name="adj" fmla="val 385543"/>
            </a:avLst>
          </a:prstGeom>
          <a:solidFill>
            <a:srgbClr val="26A688"/>
          </a:solidFill>
          <a:ln/>
        </p:spPr>
        <p:txBody>
          <a:bodyPr/>
          <a:lstStyle/>
          <a:p>
            <a:endParaRPr lang="en-US" sz="1500"/>
          </a:p>
        </p:txBody>
      </p:sp>
      <p:sp>
        <p:nvSpPr>
          <p:cNvPr id="218" name="Shape 215"/>
          <p:cNvSpPr/>
          <p:nvPr/>
        </p:nvSpPr>
        <p:spPr>
          <a:xfrm>
            <a:off x="1557138" y="3277034"/>
            <a:ext cx="98822" cy="98822"/>
          </a:xfrm>
          <a:prstGeom prst="roundRect">
            <a:avLst>
              <a:gd name="adj" fmla="val 385543"/>
            </a:avLst>
          </a:prstGeom>
          <a:solidFill>
            <a:srgbClr val="26A688"/>
          </a:solidFill>
          <a:ln/>
        </p:spPr>
        <p:txBody>
          <a:bodyPr/>
          <a:lstStyle/>
          <a:p>
            <a:endParaRPr lang="en-US" sz="1500"/>
          </a:p>
        </p:txBody>
      </p:sp>
      <p:sp>
        <p:nvSpPr>
          <p:cNvPr id="219" name="Shape 216"/>
          <p:cNvSpPr/>
          <p:nvPr/>
        </p:nvSpPr>
        <p:spPr>
          <a:xfrm>
            <a:off x="1675705" y="3277034"/>
            <a:ext cx="98822" cy="98822"/>
          </a:xfrm>
          <a:prstGeom prst="roundRect">
            <a:avLst>
              <a:gd name="adj" fmla="val 385543"/>
            </a:avLst>
          </a:prstGeom>
          <a:solidFill>
            <a:srgbClr val="26A688"/>
          </a:solidFill>
          <a:ln/>
        </p:spPr>
        <p:txBody>
          <a:bodyPr/>
          <a:lstStyle/>
          <a:p>
            <a:endParaRPr lang="en-US" sz="1500"/>
          </a:p>
        </p:txBody>
      </p:sp>
      <p:sp>
        <p:nvSpPr>
          <p:cNvPr id="220" name="Shape 217"/>
          <p:cNvSpPr/>
          <p:nvPr/>
        </p:nvSpPr>
        <p:spPr>
          <a:xfrm>
            <a:off x="608606" y="3395600"/>
            <a:ext cx="98822" cy="98822"/>
          </a:xfrm>
          <a:prstGeom prst="roundRect">
            <a:avLst>
              <a:gd name="adj" fmla="val 385543"/>
            </a:avLst>
          </a:prstGeom>
          <a:solidFill>
            <a:srgbClr val="26A688"/>
          </a:solidFill>
          <a:ln/>
        </p:spPr>
        <p:txBody>
          <a:bodyPr/>
          <a:lstStyle/>
          <a:p>
            <a:endParaRPr lang="en-US" sz="1500"/>
          </a:p>
        </p:txBody>
      </p:sp>
      <p:sp>
        <p:nvSpPr>
          <p:cNvPr id="221" name="Shape 218"/>
          <p:cNvSpPr/>
          <p:nvPr/>
        </p:nvSpPr>
        <p:spPr>
          <a:xfrm>
            <a:off x="727173" y="3395600"/>
            <a:ext cx="98822" cy="98822"/>
          </a:xfrm>
          <a:prstGeom prst="roundRect">
            <a:avLst>
              <a:gd name="adj" fmla="val 385543"/>
            </a:avLst>
          </a:prstGeom>
          <a:solidFill>
            <a:srgbClr val="26A688"/>
          </a:solidFill>
          <a:ln/>
        </p:spPr>
        <p:txBody>
          <a:bodyPr/>
          <a:lstStyle/>
          <a:p>
            <a:endParaRPr lang="en-US" sz="1500"/>
          </a:p>
        </p:txBody>
      </p:sp>
      <p:sp>
        <p:nvSpPr>
          <p:cNvPr id="222" name="Shape 219"/>
          <p:cNvSpPr/>
          <p:nvPr/>
        </p:nvSpPr>
        <p:spPr>
          <a:xfrm>
            <a:off x="845740" y="3395600"/>
            <a:ext cx="98822" cy="98822"/>
          </a:xfrm>
          <a:prstGeom prst="roundRect">
            <a:avLst>
              <a:gd name="adj" fmla="val 385543"/>
            </a:avLst>
          </a:prstGeom>
          <a:solidFill>
            <a:srgbClr val="26A688"/>
          </a:solidFill>
          <a:ln/>
        </p:spPr>
        <p:txBody>
          <a:bodyPr/>
          <a:lstStyle/>
          <a:p>
            <a:endParaRPr lang="en-US" sz="1500"/>
          </a:p>
        </p:txBody>
      </p:sp>
      <p:sp>
        <p:nvSpPr>
          <p:cNvPr id="223" name="Shape 220"/>
          <p:cNvSpPr/>
          <p:nvPr/>
        </p:nvSpPr>
        <p:spPr>
          <a:xfrm>
            <a:off x="964305" y="3395600"/>
            <a:ext cx="98822" cy="98822"/>
          </a:xfrm>
          <a:prstGeom prst="roundRect">
            <a:avLst>
              <a:gd name="adj" fmla="val 385543"/>
            </a:avLst>
          </a:prstGeom>
          <a:solidFill>
            <a:srgbClr val="26A688"/>
          </a:solidFill>
          <a:ln/>
        </p:spPr>
        <p:txBody>
          <a:bodyPr/>
          <a:lstStyle/>
          <a:p>
            <a:endParaRPr lang="en-US" sz="1500"/>
          </a:p>
        </p:txBody>
      </p:sp>
      <p:sp>
        <p:nvSpPr>
          <p:cNvPr id="224" name="Shape 221"/>
          <p:cNvSpPr/>
          <p:nvPr/>
        </p:nvSpPr>
        <p:spPr>
          <a:xfrm>
            <a:off x="1082872" y="3395600"/>
            <a:ext cx="98822" cy="98822"/>
          </a:xfrm>
          <a:prstGeom prst="roundRect">
            <a:avLst>
              <a:gd name="adj" fmla="val 385543"/>
            </a:avLst>
          </a:prstGeom>
          <a:solidFill>
            <a:srgbClr val="26A688"/>
          </a:solidFill>
          <a:ln/>
        </p:spPr>
        <p:txBody>
          <a:bodyPr/>
          <a:lstStyle/>
          <a:p>
            <a:endParaRPr lang="en-US" sz="1500"/>
          </a:p>
        </p:txBody>
      </p:sp>
      <p:sp>
        <p:nvSpPr>
          <p:cNvPr id="225" name="Shape 222"/>
          <p:cNvSpPr/>
          <p:nvPr/>
        </p:nvSpPr>
        <p:spPr>
          <a:xfrm>
            <a:off x="1201439" y="3395600"/>
            <a:ext cx="98822" cy="98822"/>
          </a:xfrm>
          <a:prstGeom prst="roundRect">
            <a:avLst>
              <a:gd name="adj" fmla="val 385543"/>
            </a:avLst>
          </a:prstGeom>
          <a:solidFill>
            <a:srgbClr val="26A688"/>
          </a:solidFill>
          <a:ln/>
        </p:spPr>
        <p:txBody>
          <a:bodyPr/>
          <a:lstStyle/>
          <a:p>
            <a:endParaRPr lang="en-US" sz="1500"/>
          </a:p>
        </p:txBody>
      </p:sp>
      <p:sp>
        <p:nvSpPr>
          <p:cNvPr id="226" name="Shape 223"/>
          <p:cNvSpPr/>
          <p:nvPr/>
        </p:nvSpPr>
        <p:spPr>
          <a:xfrm>
            <a:off x="1320005" y="3395600"/>
            <a:ext cx="98822" cy="98822"/>
          </a:xfrm>
          <a:prstGeom prst="roundRect">
            <a:avLst>
              <a:gd name="adj" fmla="val 385543"/>
            </a:avLst>
          </a:prstGeom>
          <a:solidFill>
            <a:srgbClr val="26A688"/>
          </a:solidFill>
          <a:ln/>
        </p:spPr>
        <p:txBody>
          <a:bodyPr/>
          <a:lstStyle/>
          <a:p>
            <a:endParaRPr lang="en-US" sz="1500"/>
          </a:p>
        </p:txBody>
      </p:sp>
      <p:sp>
        <p:nvSpPr>
          <p:cNvPr id="227" name="Shape 224"/>
          <p:cNvSpPr/>
          <p:nvPr/>
        </p:nvSpPr>
        <p:spPr>
          <a:xfrm>
            <a:off x="1438571" y="3395600"/>
            <a:ext cx="98822" cy="98822"/>
          </a:xfrm>
          <a:prstGeom prst="roundRect">
            <a:avLst>
              <a:gd name="adj" fmla="val 385543"/>
            </a:avLst>
          </a:prstGeom>
          <a:solidFill>
            <a:srgbClr val="26A688"/>
          </a:solidFill>
          <a:ln/>
        </p:spPr>
        <p:txBody>
          <a:bodyPr/>
          <a:lstStyle/>
          <a:p>
            <a:endParaRPr lang="en-US" sz="1500"/>
          </a:p>
        </p:txBody>
      </p:sp>
      <p:sp>
        <p:nvSpPr>
          <p:cNvPr id="228" name="Shape 225"/>
          <p:cNvSpPr/>
          <p:nvPr/>
        </p:nvSpPr>
        <p:spPr>
          <a:xfrm>
            <a:off x="1557138" y="3395600"/>
            <a:ext cx="98822" cy="98822"/>
          </a:xfrm>
          <a:prstGeom prst="roundRect">
            <a:avLst>
              <a:gd name="adj" fmla="val 385543"/>
            </a:avLst>
          </a:prstGeom>
          <a:solidFill>
            <a:srgbClr val="26A688"/>
          </a:solidFill>
          <a:ln/>
        </p:spPr>
        <p:txBody>
          <a:bodyPr/>
          <a:lstStyle/>
          <a:p>
            <a:endParaRPr lang="en-US" sz="1500"/>
          </a:p>
        </p:txBody>
      </p:sp>
      <p:sp>
        <p:nvSpPr>
          <p:cNvPr id="229" name="Shape 226"/>
          <p:cNvSpPr/>
          <p:nvPr/>
        </p:nvSpPr>
        <p:spPr>
          <a:xfrm>
            <a:off x="1675705" y="3395600"/>
            <a:ext cx="98822" cy="98822"/>
          </a:xfrm>
          <a:prstGeom prst="roundRect">
            <a:avLst>
              <a:gd name="adj" fmla="val 385543"/>
            </a:avLst>
          </a:prstGeom>
          <a:solidFill>
            <a:srgbClr val="26A688"/>
          </a:solidFill>
          <a:ln/>
        </p:spPr>
        <p:txBody>
          <a:bodyPr/>
          <a:lstStyle/>
          <a:p>
            <a:endParaRPr lang="en-US" sz="1500"/>
          </a:p>
        </p:txBody>
      </p:sp>
      <p:sp>
        <p:nvSpPr>
          <p:cNvPr id="230" name="Shape 227"/>
          <p:cNvSpPr/>
          <p:nvPr/>
        </p:nvSpPr>
        <p:spPr>
          <a:xfrm>
            <a:off x="608606" y="3514167"/>
            <a:ext cx="98822" cy="98822"/>
          </a:xfrm>
          <a:prstGeom prst="roundRect">
            <a:avLst>
              <a:gd name="adj" fmla="val 385543"/>
            </a:avLst>
          </a:prstGeom>
          <a:solidFill>
            <a:srgbClr val="26A688"/>
          </a:solidFill>
          <a:ln/>
        </p:spPr>
        <p:txBody>
          <a:bodyPr/>
          <a:lstStyle/>
          <a:p>
            <a:endParaRPr lang="en-US" sz="1500"/>
          </a:p>
        </p:txBody>
      </p:sp>
      <p:sp>
        <p:nvSpPr>
          <p:cNvPr id="231" name="Shape 228"/>
          <p:cNvSpPr/>
          <p:nvPr/>
        </p:nvSpPr>
        <p:spPr>
          <a:xfrm>
            <a:off x="727173" y="3514167"/>
            <a:ext cx="98822" cy="98822"/>
          </a:xfrm>
          <a:prstGeom prst="roundRect">
            <a:avLst>
              <a:gd name="adj" fmla="val 385543"/>
            </a:avLst>
          </a:prstGeom>
          <a:solidFill>
            <a:srgbClr val="26A688"/>
          </a:solidFill>
          <a:ln/>
        </p:spPr>
        <p:txBody>
          <a:bodyPr/>
          <a:lstStyle/>
          <a:p>
            <a:endParaRPr lang="en-US" sz="1500"/>
          </a:p>
        </p:txBody>
      </p:sp>
      <p:sp>
        <p:nvSpPr>
          <p:cNvPr id="232" name="Shape 229"/>
          <p:cNvSpPr/>
          <p:nvPr/>
        </p:nvSpPr>
        <p:spPr>
          <a:xfrm>
            <a:off x="845740" y="3514167"/>
            <a:ext cx="98822" cy="98822"/>
          </a:xfrm>
          <a:prstGeom prst="roundRect">
            <a:avLst>
              <a:gd name="adj" fmla="val 385543"/>
            </a:avLst>
          </a:prstGeom>
          <a:solidFill>
            <a:srgbClr val="26A688"/>
          </a:solidFill>
          <a:ln/>
        </p:spPr>
        <p:txBody>
          <a:bodyPr/>
          <a:lstStyle/>
          <a:p>
            <a:endParaRPr lang="en-US" sz="1500"/>
          </a:p>
        </p:txBody>
      </p:sp>
      <p:sp>
        <p:nvSpPr>
          <p:cNvPr id="233" name="Shape 230"/>
          <p:cNvSpPr/>
          <p:nvPr/>
        </p:nvSpPr>
        <p:spPr>
          <a:xfrm>
            <a:off x="964305" y="3514167"/>
            <a:ext cx="98822" cy="98822"/>
          </a:xfrm>
          <a:prstGeom prst="roundRect">
            <a:avLst>
              <a:gd name="adj" fmla="val 385543"/>
            </a:avLst>
          </a:prstGeom>
          <a:solidFill>
            <a:srgbClr val="26A688"/>
          </a:solidFill>
          <a:ln/>
        </p:spPr>
        <p:txBody>
          <a:bodyPr/>
          <a:lstStyle/>
          <a:p>
            <a:endParaRPr lang="en-US" sz="1500"/>
          </a:p>
        </p:txBody>
      </p:sp>
      <p:sp>
        <p:nvSpPr>
          <p:cNvPr id="234" name="Shape 231"/>
          <p:cNvSpPr/>
          <p:nvPr/>
        </p:nvSpPr>
        <p:spPr>
          <a:xfrm>
            <a:off x="1082872" y="3514167"/>
            <a:ext cx="98822" cy="98822"/>
          </a:xfrm>
          <a:prstGeom prst="roundRect">
            <a:avLst>
              <a:gd name="adj" fmla="val 385543"/>
            </a:avLst>
          </a:prstGeom>
          <a:solidFill>
            <a:srgbClr val="26A688"/>
          </a:solidFill>
          <a:ln/>
        </p:spPr>
        <p:txBody>
          <a:bodyPr/>
          <a:lstStyle/>
          <a:p>
            <a:endParaRPr lang="en-US" sz="1500"/>
          </a:p>
        </p:txBody>
      </p:sp>
      <p:sp>
        <p:nvSpPr>
          <p:cNvPr id="235" name="Shape 232"/>
          <p:cNvSpPr/>
          <p:nvPr/>
        </p:nvSpPr>
        <p:spPr>
          <a:xfrm>
            <a:off x="1201439" y="3514167"/>
            <a:ext cx="98822" cy="98822"/>
          </a:xfrm>
          <a:prstGeom prst="roundRect">
            <a:avLst>
              <a:gd name="adj" fmla="val 385543"/>
            </a:avLst>
          </a:prstGeom>
          <a:solidFill>
            <a:srgbClr val="26A688"/>
          </a:solidFill>
          <a:ln/>
        </p:spPr>
        <p:txBody>
          <a:bodyPr/>
          <a:lstStyle/>
          <a:p>
            <a:endParaRPr lang="en-US" sz="1500"/>
          </a:p>
        </p:txBody>
      </p:sp>
      <p:sp>
        <p:nvSpPr>
          <p:cNvPr id="236" name="Shape 233"/>
          <p:cNvSpPr/>
          <p:nvPr/>
        </p:nvSpPr>
        <p:spPr>
          <a:xfrm>
            <a:off x="1320005" y="3514167"/>
            <a:ext cx="98822" cy="98822"/>
          </a:xfrm>
          <a:prstGeom prst="roundRect">
            <a:avLst>
              <a:gd name="adj" fmla="val 385543"/>
            </a:avLst>
          </a:prstGeom>
          <a:solidFill>
            <a:srgbClr val="26A688"/>
          </a:solidFill>
          <a:ln/>
        </p:spPr>
        <p:txBody>
          <a:bodyPr/>
          <a:lstStyle/>
          <a:p>
            <a:endParaRPr lang="en-US" sz="1500"/>
          </a:p>
        </p:txBody>
      </p:sp>
      <p:sp>
        <p:nvSpPr>
          <p:cNvPr id="237" name="Shape 234"/>
          <p:cNvSpPr/>
          <p:nvPr/>
        </p:nvSpPr>
        <p:spPr>
          <a:xfrm>
            <a:off x="1438571" y="3514167"/>
            <a:ext cx="98822" cy="98822"/>
          </a:xfrm>
          <a:prstGeom prst="roundRect">
            <a:avLst>
              <a:gd name="adj" fmla="val 385543"/>
            </a:avLst>
          </a:prstGeom>
          <a:solidFill>
            <a:srgbClr val="26A688"/>
          </a:solidFill>
          <a:ln/>
        </p:spPr>
        <p:txBody>
          <a:bodyPr/>
          <a:lstStyle/>
          <a:p>
            <a:endParaRPr lang="en-US" sz="1500"/>
          </a:p>
        </p:txBody>
      </p:sp>
      <p:sp>
        <p:nvSpPr>
          <p:cNvPr id="238" name="Shape 235"/>
          <p:cNvSpPr/>
          <p:nvPr/>
        </p:nvSpPr>
        <p:spPr>
          <a:xfrm>
            <a:off x="1557138" y="3514167"/>
            <a:ext cx="98822" cy="98822"/>
          </a:xfrm>
          <a:prstGeom prst="roundRect">
            <a:avLst>
              <a:gd name="adj" fmla="val 385543"/>
            </a:avLst>
          </a:prstGeom>
          <a:solidFill>
            <a:srgbClr val="26A688"/>
          </a:solidFill>
          <a:ln/>
        </p:spPr>
        <p:txBody>
          <a:bodyPr/>
          <a:lstStyle/>
          <a:p>
            <a:endParaRPr lang="en-US" sz="1500"/>
          </a:p>
        </p:txBody>
      </p:sp>
      <p:sp>
        <p:nvSpPr>
          <p:cNvPr id="239" name="Shape 236"/>
          <p:cNvSpPr/>
          <p:nvPr/>
        </p:nvSpPr>
        <p:spPr>
          <a:xfrm>
            <a:off x="1675705" y="3514167"/>
            <a:ext cx="98822" cy="98822"/>
          </a:xfrm>
          <a:prstGeom prst="roundRect">
            <a:avLst>
              <a:gd name="adj" fmla="val 385543"/>
            </a:avLst>
          </a:prstGeom>
          <a:solidFill>
            <a:srgbClr val="26A688"/>
          </a:solidFill>
          <a:ln/>
        </p:spPr>
        <p:txBody>
          <a:bodyPr/>
          <a:lstStyle/>
          <a:p>
            <a:endParaRPr lang="en-US" sz="1500"/>
          </a:p>
        </p:txBody>
      </p:sp>
      <p:sp>
        <p:nvSpPr>
          <p:cNvPr id="240" name="Shape 237"/>
          <p:cNvSpPr/>
          <p:nvPr/>
        </p:nvSpPr>
        <p:spPr>
          <a:xfrm>
            <a:off x="608606" y="3632734"/>
            <a:ext cx="98822" cy="98822"/>
          </a:xfrm>
          <a:prstGeom prst="roundRect">
            <a:avLst>
              <a:gd name="adj" fmla="val 385543"/>
            </a:avLst>
          </a:prstGeom>
          <a:solidFill>
            <a:srgbClr val="26A688"/>
          </a:solidFill>
          <a:ln/>
        </p:spPr>
        <p:txBody>
          <a:bodyPr/>
          <a:lstStyle/>
          <a:p>
            <a:endParaRPr lang="en-US" sz="1500"/>
          </a:p>
        </p:txBody>
      </p:sp>
      <p:sp>
        <p:nvSpPr>
          <p:cNvPr id="241" name="Shape 238"/>
          <p:cNvSpPr/>
          <p:nvPr/>
        </p:nvSpPr>
        <p:spPr>
          <a:xfrm>
            <a:off x="727173" y="3632734"/>
            <a:ext cx="98822" cy="98822"/>
          </a:xfrm>
          <a:prstGeom prst="roundRect">
            <a:avLst>
              <a:gd name="adj" fmla="val 385543"/>
            </a:avLst>
          </a:prstGeom>
          <a:solidFill>
            <a:srgbClr val="26A688"/>
          </a:solidFill>
          <a:ln/>
        </p:spPr>
        <p:txBody>
          <a:bodyPr/>
          <a:lstStyle/>
          <a:p>
            <a:endParaRPr lang="en-US" sz="1500"/>
          </a:p>
        </p:txBody>
      </p:sp>
      <p:sp>
        <p:nvSpPr>
          <p:cNvPr id="242" name="Shape 239"/>
          <p:cNvSpPr/>
          <p:nvPr/>
        </p:nvSpPr>
        <p:spPr>
          <a:xfrm>
            <a:off x="845740" y="3632734"/>
            <a:ext cx="98822" cy="98822"/>
          </a:xfrm>
          <a:prstGeom prst="roundRect">
            <a:avLst>
              <a:gd name="adj" fmla="val 385543"/>
            </a:avLst>
          </a:prstGeom>
          <a:solidFill>
            <a:srgbClr val="26A688"/>
          </a:solidFill>
          <a:ln/>
        </p:spPr>
        <p:txBody>
          <a:bodyPr/>
          <a:lstStyle/>
          <a:p>
            <a:endParaRPr lang="en-US" sz="1500"/>
          </a:p>
        </p:txBody>
      </p:sp>
      <p:sp>
        <p:nvSpPr>
          <p:cNvPr id="243" name="Shape 240"/>
          <p:cNvSpPr/>
          <p:nvPr/>
        </p:nvSpPr>
        <p:spPr>
          <a:xfrm>
            <a:off x="964305" y="3632734"/>
            <a:ext cx="98822" cy="98822"/>
          </a:xfrm>
          <a:prstGeom prst="roundRect">
            <a:avLst>
              <a:gd name="adj" fmla="val 385543"/>
            </a:avLst>
          </a:prstGeom>
          <a:solidFill>
            <a:srgbClr val="26A688"/>
          </a:solidFill>
          <a:ln/>
        </p:spPr>
        <p:txBody>
          <a:bodyPr/>
          <a:lstStyle/>
          <a:p>
            <a:endParaRPr lang="en-US" sz="1500"/>
          </a:p>
        </p:txBody>
      </p:sp>
      <p:sp>
        <p:nvSpPr>
          <p:cNvPr id="244" name="Shape 241"/>
          <p:cNvSpPr/>
          <p:nvPr/>
        </p:nvSpPr>
        <p:spPr>
          <a:xfrm>
            <a:off x="1082872" y="3632734"/>
            <a:ext cx="98822" cy="98822"/>
          </a:xfrm>
          <a:prstGeom prst="roundRect">
            <a:avLst>
              <a:gd name="adj" fmla="val 385543"/>
            </a:avLst>
          </a:prstGeom>
          <a:solidFill>
            <a:srgbClr val="26A688"/>
          </a:solidFill>
          <a:ln/>
        </p:spPr>
        <p:txBody>
          <a:bodyPr/>
          <a:lstStyle/>
          <a:p>
            <a:endParaRPr lang="en-US" sz="1500"/>
          </a:p>
        </p:txBody>
      </p:sp>
      <p:sp>
        <p:nvSpPr>
          <p:cNvPr id="245" name="Shape 242"/>
          <p:cNvSpPr/>
          <p:nvPr/>
        </p:nvSpPr>
        <p:spPr>
          <a:xfrm>
            <a:off x="1201439" y="3632734"/>
            <a:ext cx="98822" cy="98822"/>
          </a:xfrm>
          <a:prstGeom prst="roundRect">
            <a:avLst>
              <a:gd name="adj" fmla="val 385543"/>
            </a:avLst>
          </a:prstGeom>
          <a:solidFill>
            <a:srgbClr val="26A688"/>
          </a:solidFill>
          <a:ln/>
        </p:spPr>
        <p:txBody>
          <a:bodyPr/>
          <a:lstStyle/>
          <a:p>
            <a:endParaRPr lang="en-US" sz="1500"/>
          </a:p>
        </p:txBody>
      </p:sp>
      <p:sp>
        <p:nvSpPr>
          <p:cNvPr id="246" name="Shape 243"/>
          <p:cNvSpPr/>
          <p:nvPr/>
        </p:nvSpPr>
        <p:spPr>
          <a:xfrm>
            <a:off x="1320005" y="3632734"/>
            <a:ext cx="98822" cy="98822"/>
          </a:xfrm>
          <a:prstGeom prst="roundRect">
            <a:avLst>
              <a:gd name="adj" fmla="val 385543"/>
            </a:avLst>
          </a:prstGeom>
          <a:solidFill>
            <a:srgbClr val="26A688"/>
          </a:solidFill>
          <a:ln/>
        </p:spPr>
        <p:txBody>
          <a:bodyPr/>
          <a:lstStyle/>
          <a:p>
            <a:endParaRPr lang="en-US" sz="1500"/>
          </a:p>
        </p:txBody>
      </p:sp>
      <p:sp>
        <p:nvSpPr>
          <p:cNvPr id="247" name="Shape 244"/>
          <p:cNvSpPr/>
          <p:nvPr/>
        </p:nvSpPr>
        <p:spPr>
          <a:xfrm>
            <a:off x="1438571" y="3632734"/>
            <a:ext cx="98822" cy="98822"/>
          </a:xfrm>
          <a:prstGeom prst="roundRect">
            <a:avLst>
              <a:gd name="adj" fmla="val 385543"/>
            </a:avLst>
          </a:prstGeom>
          <a:solidFill>
            <a:srgbClr val="26A688"/>
          </a:solidFill>
          <a:ln/>
        </p:spPr>
        <p:txBody>
          <a:bodyPr/>
          <a:lstStyle/>
          <a:p>
            <a:endParaRPr lang="en-US" sz="1500"/>
          </a:p>
        </p:txBody>
      </p:sp>
      <p:sp>
        <p:nvSpPr>
          <p:cNvPr id="248" name="Shape 245"/>
          <p:cNvSpPr/>
          <p:nvPr/>
        </p:nvSpPr>
        <p:spPr>
          <a:xfrm>
            <a:off x="1557138" y="3632734"/>
            <a:ext cx="98822" cy="98822"/>
          </a:xfrm>
          <a:prstGeom prst="roundRect">
            <a:avLst>
              <a:gd name="adj" fmla="val 385543"/>
            </a:avLst>
          </a:prstGeom>
          <a:solidFill>
            <a:srgbClr val="26A688"/>
          </a:solidFill>
          <a:ln/>
        </p:spPr>
        <p:txBody>
          <a:bodyPr/>
          <a:lstStyle/>
          <a:p>
            <a:endParaRPr lang="en-US" sz="1500"/>
          </a:p>
        </p:txBody>
      </p:sp>
      <p:sp>
        <p:nvSpPr>
          <p:cNvPr id="249" name="Shape 246"/>
          <p:cNvSpPr/>
          <p:nvPr/>
        </p:nvSpPr>
        <p:spPr>
          <a:xfrm>
            <a:off x="1675705" y="3632734"/>
            <a:ext cx="98822" cy="98822"/>
          </a:xfrm>
          <a:prstGeom prst="roundRect">
            <a:avLst>
              <a:gd name="adj" fmla="val 385543"/>
            </a:avLst>
          </a:prstGeom>
          <a:solidFill>
            <a:srgbClr val="26A688"/>
          </a:solidFill>
          <a:ln/>
        </p:spPr>
        <p:txBody>
          <a:bodyPr/>
          <a:lstStyle/>
          <a:p>
            <a:endParaRPr lang="en-US" sz="1500"/>
          </a:p>
        </p:txBody>
      </p:sp>
      <p:sp>
        <p:nvSpPr>
          <p:cNvPr id="250" name="Shape 247"/>
          <p:cNvSpPr/>
          <p:nvPr/>
        </p:nvSpPr>
        <p:spPr>
          <a:xfrm>
            <a:off x="608606" y="3751299"/>
            <a:ext cx="98822" cy="98822"/>
          </a:xfrm>
          <a:prstGeom prst="roundRect">
            <a:avLst>
              <a:gd name="adj" fmla="val 385543"/>
            </a:avLst>
          </a:prstGeom>
          <a:solidFill>
            <a:srgbClr val="26A688"/>
          </a:solidFill>
          <a:ln/>
        </p:spPr>
        <p:txBody>
          <a:bodyPr/>
          <a:lstStyle/>
          <a:p>
            <a:endParaRPr lang="en-US" sz="1500"/>
          </a:p>
        </p:txBody>
      </p:sp>
      <p:sp>
        <p:nvSpPr>
          <p:cNvPr id="251" name="Shape 248"/>
          <p:cNvSpPr/>
          <p:nvPr/>
        </p:nvSpPr>
        <p:spPr>
          <a:xfrm>
            <a:off x="727173" y="3751299"/>
            <a:ext cx="98822" cy="98822"/>
          </a:xfrm>
          <a:prstGeom prst="roundRect">
            <a:avLst>
              <a:gd name="adj" fmla="val 385543"/>
            </a:avLst>
          </a:prstGeom>
          <a:solidFill>
            <a:srgbClr val="26A688"/>
          </a:solidFill>
          <a:ln/>
        </p:spPr>
        <p:txBody>
          <a:bodyPr/>
          <a:lstStyle/>
          <a:p>
            <a:endParaRPr lang="en-US" sz="1500"/>
          </a:p>
        </p:txBody>
      </p:sp>
      <p:sp>
        <p:nvSpPr>
          <p:cNvPr id="252" name="Shape 249"/>
          <p:cNvSpPr/>
          <p:nvPr/>
        </p:nvSpPr>
        <p:spPr>
          <a:xfrm>
            <a:off x="845740" y="3751299"/>
            <a:ext cx="98822" cy="98822"/>
          </a:xfrm>
          <a:prstGeom prst="roundRect">
            <a:avLst>
              <a:gd name="adj" fmla="val 385543"/>
            </a:avLst>
          </a:prstGeom>
          <a:solidFill>
            <a:srgbClr val="26A688"/>
          </a:solidFill>
          <a:ln/>
        </p:spPr>
        <p:txBody>
          <a:bodyPr/>
          <a:lstStyle/>
          <a:p>
            <a:endParaRPr lang="en-US" sz="1500"/>
          </a:p>
        </p:txBody>
      </p:sp>
      <p:sp>
        <p:nvSpPr>
          <p:cNvPr id="253" name="Shape 250"/>
          <p:cNvSpPr/>
          <p:nvPr/>
        </p:nvSpPr>
        <p:spPr>
          <a:xfrm>
            <a:off x="964305" y="3751299"/>
            <a:ext cx="98822" cy="98822"/>
          </a:xfrm>
          <a:prstGeom prst="roundRect">
            <a:avLst>
              <a:gd name="adj" fmla="val 385543"/>
            </a:avLst>
          </a:prstGeom>
          <a:solidFill>
            <a:srgbClr val="26A688"/>
          </a:solidFill>
          <a:ln/>
        </p:spPr>
        <p:txBody>
          <a:bodyPr/>
          <a:lstStyle/>
          <a:p>
            <a:endParaRPr lang="en-US" sz="1500"/>
          </a:p>
        </p:txBody>
      </p:sp>
      <p:sp>
        <p:nvSpPr>
          <p:cNvPr id="254" name="Shape 251"/>
          <p:cNvSpPr/>
          <p:nvPr/>
        </p:nvSpPr>
        <p:spPr>
          <a:xfrm>
            <a:off x="1082872" y="3751299"/>
            <a:ext cx="98822" cy="98822"/>
          </a:xfrm>
          <a:prstGeom prst="roundRect">
            <a:avLst>
              <a:gd name="adj" fmla="val 385543"/>
            </a:avLst>
          </a:prstGeom>
          <a:solidFill>
            <a:srgbClr val="26A688"/>
          </a:solidFill>
          <a:ln/>
        </p:spPr>
        <p:txBody>
          <a:bodyPr/>
          <a:lstStyle/>
          <a:p>
            <a:endParaRPr lang="en-US" sz="1500"/>
          </a:p>
        </p:txBody>
      </p:sp>
      <p:sp>
        <p:nvSpPr>
          <p:cNvPr id="255" name="Shape 252"/>
          <p:cNvSpPr/>
          <p:nvPr/>
        </p:nvSpPr>
        <p:spPr>
          <a:xfrm>
            <a:off x="1201439" y="3751299"/>
            <a:ext cx="98822" cy="98822"/>
          </a:xfrm>
          <a:prstGeom prst="roundRect">
            <a:avLst>
              <a:gd name="adj" fmla="val 385543"/>
            </a:avLst>
          </a:prstGeom>
          <a:solidFill>
            <a:srgbClr val="26A688"/>
          </a:solidFill>
          <a:ln/>
        </p:spPr>
        <p:txBody>
          <a:bodyPr/>
          <a:lstStyle/>
          <a:p>
            <a:endParaRPr lang="en-US" sz="1500"/>
          </a:p>
        </p:txBody>
      </p:sp>
      <p:sp>
        <p:nvSpPr>
          <p:cNvPr id="256" name="Shape 253"/>
          <p:cNvSpPr/>
          <p:nvPr/>
        </p:nvSpPr>
        <p:spPr>
          <a:xfrm>
            <a:off x="1320005" y="3751299"/>
            <a:ext cx="98822" cy="98822"/>
          </a:xfrm>
          <a:prstGeom prst="roundRect">
            <a:avLst>
              <a:gd name="adj" fmla="val 385543"/>
            </a:avLst>
          </a:prstGeom>
          <a:solidFill>
            <a:srgbClr val="26A688"/>
          </a:solidFill>
          <a:ln/>
        </p:spPr>
        <p:txBody>
          <a:bodyPr/>
          <a:lstStyle/>
          <a:p>
            <a:endParaRPr lang="en-US" sz="1500"/>
          </a:p>
        </p:txBody>
      </p:sp>
      <p:sp>
        <p:nvSpPr>
          <p:cNvPr id="257" name="Shape 254"/>
          <p:cNvSpPr/>
          <p:nvPr/>
        </p:nvSpPr>
        <p:spPr>
          <a:xfrm>
            <a:off x="1438571" y="3751299"/>
            <a:ext cx="98822" cy="98822"/>
          </a:xfrm>
          <a:prstGeom prst="roundRect">
            <a:avLst>
              <a:gd name="adj" fmla="val 385543"/>
            </a:avLst>
          </a:prstGeom>
          <a:solidFill>
            <a:srgbClr val="26A688"/>
          </a:solidFill>
          <a:ln/>
        </p:spPr>
        <p:txBody>
          <a:bodyPr/>
          <a:lstStyle/>
          <a:p>
            <a:endParaRPr lang="en-US" sz="1500"/>
          </a:p>
        </p:txBody>
      </p:sp>
      <p:sp>
        <p:nvSpPr>
          <p:cNvPr id="258" name="Shape 255"/>
          <p:cNvSpPr/>
          <p:nvPr/>
        </p:nvSpPr>
        <p:spPr>
          <a:xfrm>
            <a:off x="1557138" y="3751299"/>
            <a:ext cx="98822" cy="98822"/>
          </a:xfrm>
          <a:prstGeom prst="roundRect">
            <a:avLst>
              <a:gd name="adj" fmla="val 385543"/>
            </a:avLst>
          </a:prstGeom>
          <a:solidFill>
            <a:srgbClr val="26A688"/>
          </a:solidFill>
          <a:ln/>
        </p:spPr>
        <p:txBody>
          <a:bodyPr/>
          <a:lstStyle/>
          <a:p>
            <a:endParaRPr lang="en-US" sz="1500"/>
          </a:p>
        </p:txBody>
      </p:sp>
      <p:sp>
        <p:nvSpPr>
          <p:cNvPr id="259" name="Shape 256"/>
          <p:cNvSpPr/>
          <p:nvPr/>
        </p:nvSpPr>
        <p:spPr>
          <a:xfrm>
            <a:off x="1675705" y="3751299"/>
            <a:ext cx="98822" cy="98822"/>
          </a:xfrm>
          <a:prstGeom prst="roundRect">
            <a:avLst>
              <a:gd name="adj" fmla="val 385543"/>
            </a:avLst>
          </a:prstGeom>
          <a:solidFill>
            <a:srgbClr val="26A688"/>
          </a:solidFill>
          <a:ln/>
        </p:spPr>
        <p:txBody>
          <a:bodyPr/>
          <a:lstStyle/>
          <a:p>
            <a:endParaRPr lang="en-US" sz="1500"/>
          </a:p>
        </p:txBody>
      </p:sp>
      <p:sp>
        <p:nvSpPr>
          <p:cNvPr id="260" name="Shape 257"/>
          <p:cNvSpPr/>
          <p:nvPr/>
        </p:nvSpPr>
        <p:spPr>
          <a:xfrm>
            <a:off x="608606" y="3869866"/>
            <a:ext cx="98822" cy="98822"/>
          </a:xfrm>
          <a:prstGeom prst="roundRect">
            <a:avLst>
              <a:gd name="adj" fmla="val 385543"/>
            </a:avLst>
          </a:prstGeom>
          <a:solidFill>
            <a:srgbClr val="26A688"/>
          </a:solidFill>
          <a:ln/>
        </p:spPr>
        <p:txBody>
          <a:bodyPr/>
          <a:lstStyle/>
          <a:p>
            <a:endParaRPr lang="en-US" sz="1500"/>
          </a:p>
        </p:txBody>
      </p:sp>
      <p:sp>
        <p:nvSpPr>
          <p:cNvPr id="261" name="Shape 258"/>
          <p:cNvSpPr/>
          <p:nvPr/>
        </p:nvSpPr>
        <p:spPr>
          <a:xfrm>
            <a:off x="727173" y="3869866"/>
            <a:ext cx="98822" cy="98822"/>
          </a:xfrm>
          <a:prstGeom prst="roundRect">
            <a:avLst>
              <a:gd name="adj" fmla="val 385543"/>
            </a:avLst>
          </a:prstGeom>
          <a:solidFill>
            <a:srgbClr val="26A688"/>
          </a:solidFill>
          <a:ln/>
        </p:spPr>
        <p:txBody>
          <a:bodyPr/>
          <a:lstStyle/>
          <a:p>
            <a:endParaRPr lang="en-US" sz="1500"/>
          </a:p>
        </p:txBody>
      </p:sp>
      <p:sp>
        <p:nvSpPr>
          <p:cNvPr id="262" name="Shape 259"/>
          <p:cNvSpPr/>
          <p:nvPr/>
        </p:nvSpPr>
        <p:spPr>
          <a:xfrm>
            <a:off x="845740" y="3869866"/>
            <a:ext cx="98822" cy="98822"/>
          </a:xfrm>
          <a:prstGeom prst="roundRect">
            <a:avLst>
              <a:gd name="adj" fmla="val 385543"/>
            </a:avLst>
          </a:prstGeom>
          <a:solidFill>
            <a:srgbClr val="26A688"/>
          </a:solidFill>
          <a:ln/>
        </p:spPr>
        <p:txBody>
          <a:bodyPr/>
          <a:lstStyle/>
          <a:p>
            <a:endParaRPr lang="en-US" sz="1500"/>
          </a:p>
        </p:txBody>
      </p:sp>
      <p:sp>
        <p:nvSpPr>
          <p:cNvPr id="263" name="Shape 260"/>
          <p:cNvSpPr/>
          <p:nvPr/>
        </p:nvSpPr>
        <p:spPr>
          <a:xfrm>
            <a:off x="964305" y="3869866"/>
            <a:ext cx="98822" cy="98822"/>
          </a:xfrm>
          <a:prstGeom prst="roundRect">
            <a:avLst>
              <a:gd name="adj" fmla="val 385543"/>
            </a:avLst>
          </a:prstGeom>
          <a:solidFill>
            <a:srgbClr val="26A688"/>
          </a:solidFill>
          <a:ln/>
        </p:spPr>
        <p:txBody>
          <a:bodyPr/>
          <a:lstStyle/>
          <a:p>
            <a:endParaRPr lang="en-US" sz="1500"/>
          </a:p>
        </p:txBody>
      </p:sp>
      <p:sp>
        <p:nvSpPr>
          <p:cNvPr id="264" name="Shape 261"/>
          <p:cNvSpPr/>
          <p:nvPr/>
        </p:nvSpPr>
        <p:spPr>
          <a:xfrm>
            <a:off x="1082872" y="3869866"/>
            <a:ext cx="98822" cy="98822"/>
          </a:xfrm>
          <a:prstGeom prst="roundRect">
            <a:avLst>
              <a:gd name="adj" fmla="val 385543"/>
            </a:avLst>
          </a:prstGeom>
          <a:solidFill>
            <a:srgbClr val="26A688"/>
          </a:solidFill>
          <a:ln/>
        </p:spPr>
        <p:txBody>
          <a:bodyPr/>
          <a:lstStyle/>
          <a:p>
            <a:endParaRPr lang="en-US" sz="1500"/>
          </a:p>
        </p:txBody>
      </p:sp>
      <p:sp>
        <p:nvSpPr>
          <p:cNvPr id="265" name="Shape 262"/>
          <p:cNvSpPr/>
          <p:nvPr/>
        </p:nvSpPr>
        <p:spPr>
          <a:xfrm>
            <a:off x="1201439" y="3869866"/>
            <a:ext cx="98822" cy="98822"/>
          </a:xfrm>
          <a:prstGeom prst="roundRect">
            <a:avLst>
              <a:gd name="adj" fmla="val 385543"/>
            </a:avLst>
          </a:prstGeom>
          <a:solidFill>
            <a:srgbClr val="26A688"/>
          </a:solidFill>
          <a:ln/>
        </p:spPr>
        <p:txBody>
          <a:bodyPr/>
          <a:lstStyle/>
          <a:p>
            <a:endParaRPr lang="en-US" sz="1500"/>
          </a:p>
        </p:txBody>
      </p:sp>
      <p:sp>
        <p:nvSpPr>
          <p:cNvPr id="266" name="Shape 263"/>
          <p:cNvSpPr/>
          <p:nvPr/>
        </p:nvSpPr>
        <p:spPr>
          <a:xfrm>
            <a:off x="1320005" y="3869866"/>
            <a:ext cx="98822" cy="98822"/>
          </a:xfrm>
          <a:prstGeom prst="roundRect">
            <a:avLst>
              <a:gd name="adj" fmla="val 385543"/>
            </a:avLst>
          </a:prstGeom>
          <a:solidFill>
            <a:srgbClr val="26A688"/>
          </a:solidFill>
          <a:ln/>
        </p:spPr>
        <p:txBody>
          <a:bodyPr/>
          <a:lstStyle/>
          <a:p>
            <a:endParaRPr lang="en-US" sz="1500"/>
          </a:p>
        </p:txBody>
      </p:sp>
      <p:sp>
        <p:nvSpPr>
          <p:cNvPr id="267" name="Shape 264"/>
          <p:cNvSpPr/>
          <p:nvPr/>
        </p:nvSpPr>
        <p:spPr>
          <a:xfrm>
            <a:off x="1438571" y="3869866"/>
            <a:ext cx="98822" cy="98822"/>
          </a:xfrm>
          <a:prstGeom prst="roundRect">
            <a:avLst>
              <a:gd name="adj" fmla="val 385543"/>
            </a:avLst>
          </a:prstGeom>
          <a:solidFill>
            <a:srgbClr val="26A688"/>
          </a:solidFill>
          <a:ln/>
        </p:spPr>
        <p:txBody>
          <a:bodyPr/>
          <a:lstStyle/>
          <a:p>
            <a:endParaRPr lang="en-US" sz="1500"/>
          </a:p>
        </p:txBody>
      </p:sp>
      <p:sp>
        <p:nvSpPr>
          <p:cNvPr id="268" name="Shape 265"/>
          <p:cNvSpPr/>
          <p:nvPr/>
        </p:nvSpPr>
        <p:spPr>
          <a:xfrm>
            <a:off x="1557138" y="3869866"/>
            <a:ext cx="98822" cy="98822"/>
          </a:xfrm>
          <a:prstGeom prst="roundRect">
            <a:avLst>
              <a:gd name="adj" fmla="val 385543"/>
            </a:avLst>
          </a:prstGeom>
          <a:solidFill>
            <a:srgbClr val="26A688"/>
          </a:solidFill>
          <a:ln/>
        </p:spPr>
        <p:txBody>
          <a:bodyPr/>
          <a:lstStyle/>
          <a:p>
            <a:endParaRPr lang="en-US" sz="1500"/>
          </a:p>
        </p:txBody>
      </p:sp>
      <p:sp>
        <p:nvSpPr>
          <p:cNvPr id="269" name="Shape 266"/>
          <p:cNvSpPr/>
          <p:nvPr/>
        </p:nvSpPr>
        <p:spPr>
          <a:xfrm>
            <a:off x="1675705" y="3869866"/>
            <a:ext cx="98822" cy="98822"/>
          </a:xfrm>
          <a:prstGeom prst="roundRect">
            <a:avLst>
              <a:gd name="adj" fmla="val 385543"/>
            </a:avLst>
          </a:prstGeom>
          <a:solidFill>
            <a:srgbClr val="26A688"/>
          </a:solidFill>
          <a:ln/>
        </p:spPr>
        <p:txBody>
          <a:bodyPr/>
          <a:lstStyle/>
          <a:p>
            <a:endParaRPr lang="en-US" sz="1500"/>
          </a:p>
        </p:txBody>
      </p:sp>
      <p:sp>
        <p:nvSpPr>
          <p:cNvPr id="270" name="Shape 267"/>
          <p:cNvSpPr/>
          <p:nvPr/>
        </p:nvSpPr>
        <p:spPr>
          <a:xfrm>
            <a:off x="608606" y="3988433"/>
            <a:ext cx="98822" cy="98822"/>
          </a:xfrm>
          <a:prstGeom prst="roundRect">
            <a:avLst>
              <a:gd name="adj" fmla="val 385543"/>
            </a:avLst>
          </a:prstGeom>
          <a:solidFill>
            <a:srgbClr val="26A688"/>
          </a:solidFill>
          <a:ln/>
        </p:spPr>
        <p:txBody>
          <a:bodyPr/>
          <a:lstStyle/>
          <a:p>
            <a:endParaRPr lang="en-US" sz="1500"/>
          </a:p>
        </p:txBody>
      </p:sp>
      <p:sp>
        <p:nvSpPr>
          <p:cNvPr id="271" name="Shape 268"/>
          <p:cNvSpPr/>
          <p:nvPr/>
        </p:nvSpPr>
        <p:spPr>
          <a:xfrm>
            <a:off x="727173" y="3988433"/>
            <a:ext cx="98822" cy="98822"/>
          </a:xfrm>
          <a:prstGeom prst="roundRect">
            <a:avLst>
              <a:gd name="adj" fmla="val 385543"/>
            </a:avLst>
          </a:prstGeom>
          <a:solidFill>
            <a:srgbClr val="26A688"/>
          </a:solidFill>
          <a:ln/>
        </p:spPr>
        <p:txBody>
          <a:bodyPr/>
          <a:lstStyle/>
          <a:p>
            <a:endParaRPr lang="en-US" sz="1500"/>
          </a:p>
        </p:txBody>
      </p:sp>
      <p:sp>
        <p:nvSpPr>
          <p:cNvPr id="272" name="Shape 269"/>
          <p:cNvSpPr/>
          <p:nvPr/>
        </p:nvSpPr>
        <p:spPr>
          <a:xfrm>
            <a:off x="845740" y="3988433"/>
            <a:ext cx="98822" cy="98822"/>
          </a:xfrm>
          <a:prstGeom prst="roundRect">
            <a:avLst>
              <a:gd name="adj" fmla="val 385543"/>
            </a:avLst>
          </a:prstGeom>
          <a:solidFill>
            <a:srgbClr val="26A688"/>
          </a:solidFill>
          <a:ln/>
        </p:spPr>
        <p:txBody>
          <a:bodyPr/>
          <a:lstStyle/>
          <a:p>
            <a:endParaRPr lang="en-US" sz="1500"/>
          </a:p>
        </p:txBody>
      </p:sp>
      <p:sp>
        <p:nvSpPr>
          <p:cNvPr id="273" name="Shape 270"/>
          <p:cNvSpPr/>
          <p:nvPr/>
        </p:nvSpPr>
        <p:spPr>
          <a:xfrm>
            <a:off x="964305" y="3988433"/>
            <a:ext cx="98822" cy="98822"/>
          </a:xfrm>
          <a:prstGeom prst="roundRect">
            <a:avLst>
              <a:gd name="adj" fmla="val 385543"/>
            </a:avLst>
          </a:prstGeom>
          <a:solidFill>
            <a:srgbClr val="26A688"/>
          </a:solidFill>
          <a:ln/>
        </p:spPr>
        <p:txBody>
          <a:bodyPr/>
          <a:lstStyle/>
          <a:p>
            <a:endParaRPr lang="en-US" sz="1500"/>
          </a:p>
        </p:txBody>
      </p:sp>
      <p:sp>
        <p:nvSpPr>
          <p:cNvPr id="274" name="Shape 271"/>
          <p:cNvSpPr/>
          <p:nvPr/>
        </p:nvSpPr>
        <p:spPr>
          <a:xfrm>
            <a:off x="1082872" y="3988433"/>
            <a:ext cx="98822" cy="98822"/>
          </a:xfrm>
          <a:prstGeom prst="roundRect">
            <a:avLst>
              <a:gd name="adj" fmla="val 385543"/>
            </a:avLst>
          </a:prstGeom>
          <a:solidFill>
            <a:srgbClr val="26A688"/>
          </a:solidFill>
          <a:ln/>
        </p:spPr>
        <p:txBody>
          <a:bodyPr/>
          <a:lstStyle/>
          <a:p>
            <a:endParaRPr lang="en-US" sz="1500"/>
          </a:p>
        </p:txBody>
      </p:sp>
      <p:sp>
        <p:nvSpPr>
          <p:cNvPr id="275" name="Shape 272"/>
          <p:cNvSpPr/>
          <p:nvPr/>
        </p:nvSpPr>
        <p:spPr>
          <a:xfrm>
            <a:off x="1201439" y="3988433"/>
            <a:ext cx="98822" cy="98822"/>
          </a:xfrm>
          <a:prstGeom prst="roundRect">
            <a:avLst>
              <a:gd name="adj" fmla="val 385543"/>
            </a:avLst>
          </a:prstGeom>
          <a:solidFill>
            <a:srgbClr val="26A688"/>
          </a:solidFill>
          <a:ln/>
        </p:spPr>
        <p:txBody>
          <a:bodyPr/>
          <a:lstStyle/>
          <a:p>
            <a:endParaRPr lang="en-US" sz="1500"/>
          </a:p>
        </p:txBody>
      </p:sp>
      <p:sp>
        <p:nvSpPr>
          <p:cNvPr id="276" name="Shape 273"/>
          <p:cNvSpPr/>
          <p:nvPr/>
        </p:nvSpPr>
        <p:spPr>
          <a:xfrm>
            <a:off x="1320005" y="3988433"/>
            <a:ext cx="98822" cy="98822"/>
          </a:xfrm>
          <a:prstGeom prst="roundRect">
            <a:avLst>
              <a:gd name="adj" fmla="val 385543"/>
            </a:avLst>
          </a:prstGeom>
          <a:solidFill>
            <a:srgbClr val="26A688"/>
          </a:solidFill>
          <a:ln/>
        </p:spPr>
        <p:txBody>
          <a:bodyPr/>
          <a:lstStyle/>
          <a:p>
            <a:endParaRPr lang="en-US" sz="1500"/>
          </a:p>
        </p:txBody>
      </p:sp>
      <p:sp>
        <p:nvSpPr>
          <p:cNvPr id="277" name="Shape 274"/>
          <p:cNvSpPr/>
          <p:nvPr/>
        </p:nvSpPr>
        <p:spPr>
          <a:xfrm>
            <a:off x="1438571" y="3988433"/>
            <a:ext cx="98822" cy="98822"/>
          </a:xfrm>
          <a:prstGeom prst="roundRect">
            <a:avLst>
              <a:gd name="adj" fmla="val 385543"/>
            </a:avLst>
          </a:prstGeom>
          <a:solidFill>
            <a:srgbClr val="26A688"/>
          </a:solidFill>
          <a:ln/>
        </p:spPr>
        <p:txBody>
          <a:bodyPr/>
          <a:lstStyle/>
          <a:p>
            <a:endParaRPr lang="en-US" sz="1500"/>
          </a:p>
        </p:txBody>
      </p:sp>
      <p:sp>
        <p:nvSpPr>
          <p:cNvPr id="278" name="Shape 275"/>
          <p:cNvSpPr/>
          <p:nvPr/>
        </p:nvSpPr>
        <p:spPr>
          <a:xfrm>
            <a:off x="1557138" y="3988433"/>
            <a:ext cx="98822" cy="98822"/>
          </a:xfrm>
          <a:prstGeom prst="roundRect">
            <a:avLst>
              <a:gd name="adj" fmla="val 385543"/>
            </a:avLst>
          </a:prstGeom>
          <a:solidFill>
            <a:srgbClr val="26A688"/>
          </a:solidFill>
          <a:ln/>
        </p:spPr>
        <p:txBody>
          <a:bodyPr/>
          <a:lstStyle/>
          <a:p>
            <a:endParaRPr lang="en-US" sz="1500"/>
          </a:p>
        </p:txBody>
      </p:sp>
      <p:sp>
        <p:nvSpPr>
          <p:cNvPr id="279" name="Shape 276"/>
          <p:cNvSpPr/>
          <p:nvPr/>
        </p:nvSpPr>
        <p:spPr>
          <a:xfrm>
            <a:off x="1675705" y="3988433"/>
            <a:ext cx="98822" cy="98822"/>
          </a:xfrm>
          <a:prstGeom prst="roundRect">
            <a:avLst>
              <a:gd name="adj" fmla="val 385543"/>
            </a:avLst>
          </a:prstGeom>
          <a:solidFill>
            <a:srgbClr val="26A688"/>
          </a:solidFill>
          <a:ln/>
        </p:spPr>
        <p:txBody>
          <a:bodyPr/>
          <a:lstStyle/>
          <a:p>
            <a:endParaRPr lang="en-US" sz="1500"/>
          </a:p>
        </p:txBody>
      </p:sp>
      <p:sp>
        <p:nvSpPr>
          <p:cNvPr id="280" name="Shape 277"/>
          <p:cNvSpPr/>
          <p:nvPr/>
        </p:nvSpPr>
        <p:spPr>
          <a:xfrm>
            <a:off x="608606" y="4106999"/>
            <a:ext cx="98822" cy="98822"/>
          </a:xfrm>
          <a:prstGeom prst="roundRect">
            <a:avLst>
              <a:gd name="adj" fmla="val 385543"/>
            </a:avLst>
          </a:prstGeom>
          <a:solidFill>
            <a:srgbClr val="26A688"/>
          </a:solidFill>
          <a:ln/>
        </p:spPr>
        <p:txBody>
          <a:bodyPr/>
          <a:lstStyle/>
          <a:p>
            <a:endParaRPr lang="en-US" sz="1500"/>
          </a:p>
        </p:txBody>
      </p:sp>
      <p:sp>
        <p:nvSpPr>
          <p:cNvPr id="281" name="Shape 278"/>
          <p:cNvSpPr/>
          <p:nvPr/>
        </p:nvSpPr>
        <p:spPr>
          <a:xfrm>
            <a:off x="727173" y="4106999"/>
            <a:ext cx="98822" cy="98822"/>
          </a:xfrm>
          <a:prstGeom prst="roundRect">
            <a:avLst>
              <a:gd name="adj" fmla="val 385543"/>
            </a:avLst>
          </a:prstGeom>
          <a:solidFill>
            <a:srgbClr val="26A688"/>
          </a:solidFill>
          <a:ln/>
        </p:spPr>
        <p:txBody>
          <a:bodyPr/>
          <a:lstStyle/>
          <a:p>
            <a:endParaRPr lang="en-US" sz="1500"/>
          </a:p>
        </p:txBody>
      </p:sp>
      <p:sp>
        <p:nvSpPr>
          <p:cNvPr id="282" name="Shape 279"/>
          <p:cNvSpPr/>
          <p:nvPr/>
        </p:nvSpPr>
        <p:spPr>
          <a:xfrm>
            <a:off x="845740" y="4106999"/>
            <a:ext cx="98822" cy="98822"/>
          </a:xfrm>
          <a:prstGeom prst="roundRect">
            <a:avLst>
              <a:gd name="adj" fmla="val 385543"/>
            </a:avLst>
          </a:prstGeom>
          <a:solidFill>
            <a:srgbClr val="26A688"/>
          </a:solidFill>
          <a:ln/>
        </p:spPr>
        <p:txBody>
          <a:bodyPr/>
          <a:lstStyle/>
          <a:p>
            <a:endParaRPr lang="en-US" sz="1500"/>
          </a:p>
        </p:txBody>
      </p:sp>
      <p:sp>
        <p:nvSpPr>
          <p:cNvPr id="283" name="Shape 280"/>
          <p:cNvSpPr/>
          <p:nvPr/>
        </p:nvSpPr>
        <p:spPr>
          <a:xfrm>
            <a:off x="964305" y="4106999"/>
            <a:ext cx="98822" cy="98822"/>
          </a:xfrm>
          <a:prstGeom prst="roundRect">
            <a:avLst>
              <a:gd name="adj" fmla="val 385543"/>
            </a:avLst>
          </a:prstGeom>
          <a:solidFill>
            <a:srgbClr val="26A688"/>
          </a:solidFill>
          <a:ln/>
        </p:spPr>
        <p:txBody>
          <a:bodyPr/>
          <a:lstStyle/>
          <a:p>
            <a:endParaRPr lang="en-US" sz="1500"/>
          </a:p>
        </p:txBody>
      </p:sp>
      <p:sp>
        <p:nvSpPr>
          <p:cNvPr id="284" name="Shape 281"/>
          <p:cNvSpPr/>
          <p:nvPr/>
        </p:nvSpPr>
        <p:spPr>
          <a:xfrm>
            <a:off x="1082872" y="4106999"/>
            <a:ext cx="98822" cy="98822"/>
          </a:xfrm>
          <a:prstGeom prst="roundRect">
            <a:avLst>
              <a:gd name="adj" fmla="val 385543"/>
            </a:avLst>
          </a:prstGeom>
          <a:solidFill>
            <a:srgbClr val="26A688"/>
          </a:solidFill>
          <a:ln/>
        </p:spPr>
        <p:txBody>
          <a:bodyPr/>
          <a:lstStyle/>
          <a:p>
            <a:endParaRPr lang="en-US" sz="1500"/>
          </a:p>
        </p:txBody>
      </p:sp>
      <p:sp>
        <p:nvSpPr>
          <p:cNvPr id="285" name="Shape 282"/>
          <p:cNvSpPr/>
          <p:nvPr/>
        </p:nvSpPr>
        <p:spPr>
          <a:xfrm>
            <a:off x="1201439" y="4106999"/>
            <a:ext cx="98822" cy="98822"/>
          </a:xfrm>
          <a:prstGeom prst="roundRect">
            <a:avLst>
              <a:gd name="adj" fmla="val 385543"/>
            </a:avLst>
          </a:prstGeom>
          <a:solidFill>
            <a:srgbClr val="26A688"/>
          </a:solidFill>
          <a:ln/>
        </p:spPr>
        <p:txBody>
          <a:bodyPr/>
          <a:lstStyle/>
          <a:p>
            <a:endParaRPr lang="en-US" sz="1500"/>
          </a:p>
        </p:txBody>
      </p:sp>
      <p:sp>
        <p:nvSpPr>
          <p:cNvPr id="286" name="Shape 283"/>
          <p:cNvSpPr/>
          <p:nvPr/>
        </p:nvSpPr>
        <p:spPr>
          <a:xfrm>
            <a:off x="1320005" y="4106999"/>
            <a:ext cx="98822" cy="98822"/>
          </a:xfrm>
          <a:prstGeom prst="roundRect">
            <a:avLst>
              <a:gd name="adj" fmla="val 385543"/>
            </a:avLst>
          </a:prstGeom>
          <a:solidFill>
            <a:srgbClr val="26A688"/>
          </a:solidFill>
          <a:ln/>
        </p:spPr>
        <p:txBody>
          <a:bodyPr/>
          <a:lstStyle/>
          <a:p>
            <a:endParaRPr lang="en-US" sz="1500"/>
          </a:p>
        </p:txBody>
      </p:sp>
      <p:sp>
        <p:nvSpPr>
          <p:cNvPr id="287" name="Shape 284"/>
          <p:cNvSpPr/>
          <p:nvPr/>
        </p:nvSpPr>
        <p:spPr>
          <a:xfrm>
            <a:off x="1438571" y="4106999"/>
            <a:ext cx="98822" cy="98822"/>
          </a:xfrm>
          <a:prstGeom prst="roundRect">
            <a:avLst>
              <a:gd name="adj" fmla="val 385543"/>
            </a:avLst>
          </a:prstGeom>
          <a:solidFill>
            <a:srgbClr val="26A688"/>
          </a:solidFill>
          <a:ln/>
        </p:spPr>
        <p:txBody>
          <a:bodyPr/>
          <a:lstStyle/>
          <a:p>
            <a:endParaRPr lang="en-US" sz="1500"/>
          </a:p>
        </p:txBody>
      </p:sp>
      <p:sp>
        <p:nvSpPr>
          <p:cNvPr id="288" name="Shape 285"/>
          <p:cNvSpPr/>
          <p:nvPr/>
        </p:nvSpPr>
        <p:spPr>
          <a:xfrm>
            <a:off x="1557138" y="4106999"/>
            <a:ext cx="98822" cy="98822"/>
          </a:xfrm>
          <a:prstGeom prst="roundRect">
            <a:avLst>
              <a:gd name="adj" fmla="val 385543"/>
            </a:avLst>
          </a:prstGeom>
          <a:solidFill>
            <a:srgbClr val="26A688"/>
          </a:solidFill>
          <a:ln/>
        </p:spPr>
        <p:txBody>
          <a:bodyPr/>
          <a:lstStyle/>
          <a:p>
            <a:endParaRPr lang="en-US" sz="1500"/>
          </a:p>
        </p:txBody>
      </p:sp>
      <p:sp>
        <p:nvSpPr>
          <p:cNvPr id="289" name="Shape 286"/>
          <p:cNvSpPr/>
          <p:nvPr/>
        </p:nvSpPr>
        <p:spPr>
          <a:xfrm>
            <a:off x="1675705" y="4106999"/>
            <a:ext cx="98822" cy="98822"/>
          </a:xfrm>
          <a:prstGeom prst="roundRect">
            <a:avLst>
              <a:gd name="adj" fmla="val 385543"/>
            </a:avLst>
          </a:prstGeom>
          <a:solidFill>
            <a:srgbClr val="26A688"/>
          </a:solidFill>
          <a:ln/>
        </p:spPr>
        <p:txBody>
          <a:bodyPr/>
          <a:lstStyle/>
          <a:p>
            <a:endParaRPr lang="en-US" sz="1500"/>
          </a:p>
        </p:txBody>
      </p:sp>
      <p:sp>
        <p:nvSpPr>
          <p:cNvPr id="290" name="Shape 287"/>
          <p:cNvSpPr/>
          <p:nvPr/>
        </p:nvSpPr>
        <p:spPr>
          <a:xfrm>
            <a:off x="608606" y="4225565"/>
            <a:ext cx="98822" cy="98822"/>
          </a:xfrm>
          <a:prstGeom prst="roundRect">
            <a:avLst>
              <a:gd name="adj" fmla="val 385543"/>
            </a:avLst>
          </a:prstGeom>
          <a:solidFill>
            <a:srgbClr val="26A688"/>
          </a:solidFill>
          <a:ln/>
        </p:spPr>
        <p:txBody>
          <a:bodyPr/>
          <a:lstStyle/>
          <a:p>
            <a:endParaRPr lang="en-US" sz="1500"/>
          </a:p>
        </p:txBody>
      </p:sp>
      <p:sp>
        <p:nvSpPr>
          <p:cNvPr id="291" name="Shape 288"/>
          <p:cNvSpPr/>
          <p:nvPr/>
        </p:nvSpPr>
        <p:spPr>
          <a:xfrm>
            <a:off x="727173" y="4225565"/>
            <a:ext cx="98822" cy="98822"/>
          </a:xfrm>
          <a:prstGeom prst="roundRect">
            <a:avLst>
              <a:gd name="adj" fmla="val 385543"/>
            </a:avLst>
          </a:prstGeom>
          <a:solidFill>
            <a:srgbClr val="26A688"/>
          </a:solidFill>
          <a:ln/>
        </p:spPr>
        <p:txBody>
          <a:bodyPr/>
          <a:lstStyle/>
          <a:p>
            <a:endParaRPr lang="en-US" sz="1500"/>
          </a:p>
        </p:txBody>
      </p:sp>
      <p:sp>
        <p:nvSpPr>
          <p:cNvPr id="292" name="Shape 289"/>
          <p:cNvSpPr/>
          <p:nvPr/>
        </p:nvSpPr>
        <p:spPr>
          <a:xfrm>
            <a:off x="845740" y="4225565"/>
            <a:ext cx="98822" cy="98822"/>
          </a:xfrm>
          <a:prstGeom prst="roundRect">
            <a:avLst>
              <a:gd name="adj" fmla="val 385543"/>
            </a:avLst>
          </a:prstGeom>
          <a:solidFill>
            <a:srgbClr val="26A688"/>
          </a:solidFill>
          <a:ln/>
        </p:spPr>
        <p:txBody>
          <a:bodyPr/>
          <a:lstStyle/>
          <a:p>
            <a:endParaRPr lang="en-US" sz="1500"/>
          </a:p>
        </p:txBody>
      </p:sp>
      <p:sp>
        <p:nvSpPr>
          <p:cNvPr id="293" name="Shape 290"/>
          <p:cNvSpPr/>
          <p:nvPr/>
        </p:nvSpPr>
        <p:spPr>
          <a:xfrm>
            <a:off x="964305" y="4225565"/>
            <a:ext cx="98822" cy="98822"/>
          </a:xfrm>
          <a:prstGeom prst="roundRect">
            <a:avLst>
              <a:gd name="adj" fmla="val 385543"/>
            </a:avLst>
          </a:prstGeom>
          <a:solidFill>
            <a:srgbClr val="26A688"/>
          </a:solidFill>
          <a:ln/>
        </p:spPr>
        <p:txBody>
          <a:bodyPr/>
          <a:lstStyle/>
          <a:p>
            <a:endParaRPr lang="en-US" sz="1500"/>
          </a:p>
        </p:txBody>
      </p:sp>
      <p:sp>
        <p:nvSpPr>
          <p:cNvPr id="294" name="Shape 291"/>
          <p:cNvSpPr/>
          <p:nvPr/>
        </p:nvSpPr>
        <p:spPr>
          <a:xfrm>
            <a:off x="1082872" y="4225565"/>
            <a:ext cx="98822" cy="98822"/>
          </a:xfrm>
          <a:prstGeom prst="roundRect">
            <a:avLst>
              <a:gd name="adj" fmla="val 385543"/>
            </a:avLst>
          </a:prstGeom>
          <a:solidFill>
            <a:srgbClr val="26A688"/>
          </a:solidFill>
          <a:ln/>
        </p:spPr>
        <p:txBody>
          <a:bodyPr/>
          <a:lstStyle/>
          <a:p>
            <a:endParaRPr lang="en-US" sz="1500"/>
          </a:p>
        </p:txBody>
      </p:sp>
      <p:sp>
        <p:nvSpPr>
          <p:cNvPr id="295" name="Shape 292"/>
          <p:cNvSpPr/>
          <p:nvPr/>
        </p:nvSpPr>
        <p:spPr>
          <a:xfrm>
            <a:off x="1201439" y="4225565"/>
            <a:ext cx="98822" cy="98822"/>
          </a:xfrm>
          <a:prstGeom prst="roundRect">
            <a:avLst>
              <a:gd name="adj" fmla="val 385543"/>
            </a:avLst>
          </a:prstGeom>
          <a:solidFill>
            <a:srgbClr val="26A688"/>
          </a:solidFill>
          <a:ln/>
        </p:spPr>
        <p:txBody>
          <a:bodyPr/>
          <a:lstStyle/>
          <a:p>
            <a:endParaRPr lang="en-US" sz="1500"/>
          </a:p>
        </p:txBody>
      </p:sp>
      <p:sp>
        <p:nvSpPr>
          <p:cNvPr id="296" name="Shape 293"/>
          <p:cNvSpPr/>
          <p:nvPr/>
        </p:nvSpPr>
        <p:spPr>
          <a:xfrm>
            <a:off x="1320005" y="4225565"/>
            <a:ext cx="98822" cy="98822"/>
          </a:xfrm>
          <a:prstGeom prst="roundRect">
            <a:avLst>
              <a:gd name="adj" fmla="val 385543"/>
            </a:avLst>
          </a:prstGeom>
          <a:solidFill>
            <a:srgbClr val="26A688"/>
          </a:solidFill>
          <a:ln/>
        </p:spPr>
        <p:txBody>
          <a:bodyPr/>
          <a:lstStyle/>
          <a:p>
            <a:endParaRPr lang="en-US" sz="1500"/>
          </a:p>
        </p:txBody>
      </p:sp>
      <p:sp>
        <p:nvSpPr>
          <p:cNvPr id="297" name="Shape 294"/>
          <p:cNvSpPr/>
          <p:nvPr/>
        </p:nvSpPr>
        <p:spPr>
          <a:xfrm>
            <a:off x="1438571" y="4225565"/>
            <a:ext cx="98822" cy="98822"/>
          </a:xfrm>
          <a:prstGeom prst="roundRect">
            <a:avLst>
              <a:gd name="adj" fmla="val 385543"/>
            </a:avLst>
          </a:prstGeom>
          <a:solidFill>
            <a:srgbClr val="26A688"/>
          </a:solidFill>
          <a:ln/>
        </p:spPr>
        <p:txBody>
          <a:bodyPr/>
          <a:lstStyle/>
          <a:p>
            <a:endParaRPr lang="en-US" sz="1500"/>
          </a:p>
        </p:txBody>
      </p:sp>
      <p:sp>
        <p:nvSpPr>
          <p:cNvPr id="298" name="Shape 295"/>
          <p:cNvSpPr/>
          <p:nvPr/>
        </p:nvSpPr>
        <p:spPr>
          <a:xfrm>
            <a:off x="1557138" y="4225565"/>
            <a:ext cx="98822" cy="98822"/>
          </a:xfrm>
          <a:prstGeom prst="roundRect">
            <a:avLst>
              <a:gd name="adj" fmla="val 385543"/>
            </a:avLst>
          </a:prstGeom>
          <a:solidFill>
            <a:srgbClr val="26A688"/>
          </a:solidFill>
          <a:ln/>
        </p:spPr>
        <p:txBody>
          <a:bodyPr/>
          <a:lstStyle/>
          <a:p>
            <a:endParaRPr lang="en-US" sz="1500"/>
          </a:p>
        </p:txBody>
      </p:sp>
      <p:sp>
        <p:nvSpPr>
          <p:cNvPr id="299" name="Shape 296"/>
          <p:cNvSpPr/>
          <p:nvPr/>
        </p:nvSpPr>
        <p:spPr>
          <a:xfrm>
            <a:off x="1675705" y="4225565"/>
            <a:ext cx="98822" cy="98822"/>
          </a:xfrm>
          <a:prstGeom prst="roundRect">
            <a:avLst>
              <a:gd name="adj" fmla="val 385543"/>
            </a:avLst>
          </a:prstGeom>
          <a:solidFill>
            <a:srgbClr val="26A688"/>
          </a:solidFill>
          <a:ln/>
        </p:spPr>
        <p:txBody>
          <a:bodyPr/>
          <a:lstStyle/>
          <a:p>
            <a:endParaRPr lang="en-US" sz="1500"/>
          </a:p>
        </p:txBody>
      </p:sp>
      <p:sp>
        <p:nvSpPr>
          <p:cNvPr id="300" name="Shape 297"/>
          <p:cNvSpPr/>
          <p:nvPr/>
        </p:nvSpPr>
        <p:spPr>
          <a:xfrm>
            <a:off x="608606" y="4344132"/>
            <a:ext cx="98822" cy="98822"/>
          </a:xfrm>
          <a:prstGeom prst="roundRect">
            <a:avLst>
              <a:gd name="adj" fmla="val 385543"/>
            </a:avLst>
          </a:prstGeom>
          <a:solidFill>
            <a:srgbClr val="26A688"/>
          </a:solidFill>
          <a:ln/>
        </p:spPr>
        <p:txBody>
          <a:bodyPr/>
          <a:lstStyle/>
          <a:p>
            <a:endParaRPr lang="en-US" sz="1500"/>
          </a:p>
        </p:txBody>
      </p:sp>
      <p:sp>
        <p:nvSpPr>
          <p:cNvPr id="301" name="Shape 298"/>
          <p:cNvSpPr/>
          <p:nvPr/>
        </p:nvSpPr>
        <p:spPr>
          <a:xfrm>
            <a:off x="727173" y="4344132"/>
            <a:ext cx="98822" cy="98822"/>
          </a:xfrm>
          <a:prstGeom prst="roundRect">
            <a:avLst>
              <a:gd name="adj" fmla="val 385543"/>
            </a:avLst>
          </a:prstGeom>
          <a:solidFill>
            <a:srgbClr val="26A688"/>
          </a:solidFill>
          <a:ln/>
        </p:spPr>
        <p:txBody>
          <a:bodyPr/>
          <a:lstStyle/>
          <a:p>
            <a:endParaRPr lang="en-US" sz="1500"/>
          </a:p>
        </p:txBody>
      </p:sp>
      <p:sp>
        <p:nvSpPr>
          <p:cNvPr id="302" name="Shape 299"/>
          <p:cNvSpPr/>
          <p:nvPr/>
        </p:nvSpPr>
        <p:spPr>
          <a:xfrm>
            <a:off x="845740" y="4344132"/>
            <a:ext cx="98822" cy="98822"/>
          </a:xfrm>
          <a:prstGeom prst="roundRect">
            <a:avLst>
              <a:gd name="adj" fmla="val 385543"/>
            </a:avLst>
          </a:prstGeom>
          <a:solidFill>
            <a:srgbClr val="26A688"/>
          </a:solidFill>
          <a:ln/>
        </p:spPr>
        <p:txBody>
          <a:bodyPr/>
          <a:lstStyle/>
          <a:p>
            <a:endParaRPr lang="en-US" sz="1500"/>
          </a:p>
        </p:txBody>
      </p:sp>
      <p:sp>
        <p:nvSpPr>
          <p:cNvPr id="303" name="Shape 300"/>
          <p:cNvSpPr/>
          <p:nvPr/>
        </p:nvSpPr>
        <p:spPr>
          <a:xfrm>
            <a:off x="964305" y="4344132"/>
            <a:ext cx="98822" cy="98822"/>
          </a:xfrm>
          <a:prstGeom prst="roundRect">
            <a:avLst>
              <a:gd name="adj" fmla="val 385543"/>
            </a:avLst>
          </a:prstGeom>
          <a:solidFill>
            <a:srgbClr val="26A688"/>
          </a:solidFill>
          <a:ln/>
        </p:spPr>
        <p:txBody>
          <a:bodyPr/>
          <a:lstStyle/>
          <a:p>
            <a:endParaRPr lang="en-US" sz="1500"/>
          </a:p>
        </p:txBody>
      </p:sp>
      <p:sp>
        <p:nvSpPr>
          <p:cNvPr id="304" name="Shape 301"/>
          <p:cNvSpPr/>
          <p:nvPr/>
        </p:nvSpPr>
        <p:spPr>
          <a:xfrm>
            <a:off x="1082872" y="4344132"/>
            <a:ext cx="98822" cy="98822"/>
          </a:xfrm>
          <a:prstGeom prst="roundRect">
            <a:avLst>
              <a:gd name="adj" fmla="val 385543"/>
            </a:avLst>
          </a:prstGeom>
          <a:solidFill>
            <a:srgbClr val="26A688"/>
          </a:solidFill>
          <a:ln/>
        </p:spPr>
        <p:txBody>
          <a:bodyPr/>
          <a:lstStyle/>
          <a:p>
            <a:endParaRPr lang="en-US" sz="1500"/>
          </a:p>
        </p:txBody>
      </p:sp>
      <p:sp>
        <p:nvSpPr>
          <p:cNvPr id="305" name="Shape 302"/>
          <p:cNvSpPr/>
          <p:nvPr/>
        </p:nvSpPr>
        <p:spPr>
          <a:xfrm>
            <a:off x="1201439" y="4344132"/>
            <a:ext cx="98822" cy="98822"/>
          </a:xfrm>
          <a:prstGeom prst="roundRect">
            <a:avLst>
              <a:gd name="adj" fmla="val 385543"/>
            </a:avLst>
          </a:prstGeom>
          <a:solidFill>
            <a:srgbClr val="26A688"/>
          </a:solidFill>
          <a:ln/>
        </p:spPr>
        <p:txBody>
          <a:bodyPr/>
          <a:lstStyle/>
          <a:p>
            <a:endParaRPr lang="en-US" sz="1500"/>
          </a:p>
        </p:txBody>
      </p:sp>
      <p:sp>
        <p:nvSpPr>
          <p:cNvPr id="306" name="Shape 303"/>
          <p:cNvSpPr/>
          <p:nvPr/>
        </p:nvSpPr>
        <p:spPr>
          <a:xfrm>
            <a:off x="1320005" y="4344132"/>
            <a:ext cx="98822" cy="98822"/>
          </a:xfrm>
          <a:prstGeom prst="roundRect">
            <a:avLst>
              <a:gd name="adj" fmla="val 385543"/>
            </a:avLst>
          </a:prstGeom>
          <a:solidFill>
            <a:srgbClr val="26A688"/>
          </a:solidFill>
          <a:ln/>
        </p:spPr>
        <p:txBody>
          <a:bodyPr/>
          <a:lstStyle/>
          <a:p>
            <a:endParaRPr lang="en-US" sz="1500"/>
          </a:p>
        </p:txBody>
      </p:sp>
      <p:sp>
        <p:nvSpPr>
          <p:cNvPr id="307" name="Shape 304"/>
          <p:cNvSpPr/>
          <p:nvPr/>
        </p:nvSpPr>
        <p:spPr>
          <a:xfrm>
            <a:off x="1438571" y="4344132"/>
            <a:ext cx="98822" cy="98822"/>
          </a:xfrm>
          <a:prstGeom prst="roundRect">
            <a:avLst>
              <a:gd name="adj" fmla="val 385543"/>
            </a:avLst>
          </a:prstGeom>
          <a:solidFill>
            <a:srgbClr val="26A688"/>
          </a:solidFill>
          <a:ln/>
        </p:spPr>
        <p:txBody>
          <a:bodyPr/>
          <a:lstStyle/>
          <a:p>
            <a:endParaRPr lang="en-US" sz="1500"/>
          </a:p>
        </p:txBody>
      </p:sp>
      <p:sp>
        <p:nvSpPr>
          <p:cNvPr id="308" name="Shape 305"/>
          <p:cNvSpPr/>
          <p:nvPr/>
        </p:nvSpPr>
        <p:spPr>
          <a:xfrm>
            <a:off x="1557138" y="4344132"/>
            <a:ext cx="98822" cy="98822"/>
          </a:xfrm>
          <a:prstGeom prst="roundRect">
            <a:avLst>
              <a:gd name="adj" fmla="val 385543"/>
            </a:avLst>
          </a:prstGeom>
          <a:solidFill>
            <a:srgbClr val="26A688"/>
          </a:solidFill>
          <a:ln/>
        </p:spPr>
        <p:txBody>
          <a:bodyPr/>
          <a:lstStyle/>
          <a:p>
            <a:endParaRPr lang="en-US" sz="1500"/>
          </a:p>
        </p:txBody>
      </p:sp>
      <p:sp>
        <p:nvSpPr>
          <p:cNvPr id="309" name="Shape 306"/>
          <p:cNvSpPr/>
          <p:nvPr/>
        </p:nvSpPr>
        <p:spPr>
          <a:xfrm>
            <a:off x="1675705" y="4344132"/>
            <a:ext cx="98822" cy="98822"/>
          </a:xfrm>
          <a:prstGeom prst="roundRect">
            <a:avLst>
              <a:gd name="adj" fmla="val 385543"/>
            </a:avLst>
          </a:prstGeom>
          <a:solidFill>
            <a:srgbClr val="26A688"/>
          </a:solidFill>
          <a:ln/>
        </p:spPr>
        <p:txBody>
          <a:bodyPr/>
          <a:lstStyle/>
          <a:p>
            <a:endParaRPr lang="en-US" sz="1500"/>
          </a:p>
        </p:txBody>
      </p:sp>
      <p:sp>
        <p:nvSpPr>
          <p:cNvPr id="310" name="Text 307"/>
          <p:cNvSpPr/>
          <p:nvPr/>
        </p:nvSpPr>
        <p:spPr>
          <a:xfrm>
            <a:off x="608607" y="4566482"/>
            <a:ext cx="1404144" cy="296664"/>
          </a:xfrm>
          <a:prstGeom prst="rect">
            <a:avLst/>
          </a:prstGeom>
          <a:noFill/>
          <a:ln/>
        </p:spPr>
        <p:txBody>
          <a:bodyPr wrap="none" lIns="0" tIns="0" rIns="0" bIns="0" rtlCol="0" anchor="t"/>
          <a:lstStyle/>
          <a:p>
            <a:pPr>
              <a:lnSpc>
                <a:spcPts val="2333"/>
              </a:lnSpc>
            </a:pPr>
            <a:r>
              <a:rPr lang="en-US" sz="2333" b="1" dirty="0">
                <a:solidFill>
                  <a:srgbClr val="333F70"/>
                </a:solidFill>
                <a:latin typeface="Unbounded Bold" pitchFamily="34" charset="0"/>
                <a:ea typeface="Unbounded Bold" pitchFamily="34" charset="-122"/>
                <a:cs typeface="Unbounded Bold" pitchFamily="34" charset="-120"/>
              </a:rPr>
              <a:t>39,209</a:t>
            </a:r>
            <a:endParaRPr lang="en-US" sz="2333" dirty="0"/>
          </a:p>
        </p:txBody>
      </p:sp>
      <p:sp>
        <p:nvSpPr>
          <p:cNvPr id="311" name="Text 308"/>
          <p:cNvSpPr/>
          <p:nvPr/>
        </p:nvSpPr>
        <p:spPr>
          <a:xfrm>
            <a:off x="608607" y="5011378"/>
            <a:ext cx="1244303" cy="154483"/>
          </a:xfrm>
          <a:prstGeom prst="rect">
            <a:avLst/>
          </a:prstGeom>
          <a:noFill/>
          <a:ln/>
        </p:spPr>
        <p:txBody>
          <a:bodyPr wrap="none" lIns="0" tIns="0" rIns="0" bIns="0" rtlCol="0" anchor="t"/>
          <a:lstStyle/>
          <a:p>
            <a:pPr>
              <a:lnSpc>
                <a:spcPts val="1208"/>
              </a:lnSpc>
            </a:pPr>
            <a:r>
              <a:rPr lang="en-US" sz="1600" b="1" dirty="0">
                <a:solidFill>
                  <a:srgbClr val="333F70"/>
                </a:solidFill>
                <a:latin typeface="Unbounded Bold" pitchFamily="34" charset="0"/>
                <a:ea typeface="Unbounded Bold" pitchFamily="34" charset="-122"/>
                <a:cs typeface="Unbounded Bold" pitchFamily="34" charset="-120"/>
              </a:rPr>
              <a:t>Training Images</a:t>
            </a:r>
            <a:endParaRPr lang="en-US" sz="1600" dirty="0"/>
          </a:p>
        </p:txBody>
      </p:sp>
      <p:sp>
        <p:nvSpPr>
          <p:cNvPr id="312" name="Text 309"/>
          <p:cNvSpPr/>
          <p:nvPr/>
        </p:nvSpPr>
        <p:spPr>
          <a:xfrm>
            <a:off x="608607" y="5225195"/>
            <a:ext cx="3139579" cy="158254"/>
          </a:xfrm>
          <a:prstGeom prst="rect">
            <a:avLst/>
          </a:prstGeom>
          <a:noFill/>
          <a:ln/>
        </p:spPr>
        <p:txBody>
          <a:bodyPr wrap="none" lIns="0" tIns="0" rIns="0" bIns="0" rtlCol="0" anchor="t"/>
          <a:lstStyle/>
          <a:p>
            <a:pPr>
              <a:lnSpc>
                <a:spcPts val="1208"/>
              </a:lnSpc>
            </a:pPr>
            <a:r>
              <a:rPr lang="en-US" sz="1000" dirty="0">
                <a:solidFill>
                  <a:srgbClr val="333F70"/>
                </a:solidFill>
                <a:latin typeface="Open Sans" pitchFamily="34" charset="0"/>
                <a:ea typeface="Open Sans" pitchFamily="34" charset="-122"/>
                <a:cs typeface="Open Sans" pitchFamily="34" charset="-120"/>
              </a:rPr>
              <a:t>Used to train the models</a:t>
            </a:r>
            <a:endParaRPr lang="en-US" sz="1000" dirty="0"/>
          </a:p>
        </p:txBody>
      </p:sp>
      <p:sp>
        <p:nvSpPr>
          <p:cNvPr id="313" name="Shape 310"/>
          <p:cNvSpPr/>
          <p:nvPr/>
        </p:nvSpPr>
        <p:spPr>
          <a:xfrm>
            <a:off x="3871713" y="3277034"/>
            <a:ext cx="98822" cy="98822"/>
          </a:xfrm>
          <a:prstGeom prst="roundRect">
            <a:avLst>
              <a:gd name="adj" fmla="val 385543"/>
            </a:avLst>
          </a:prstGeom>
          <a:solidFill>
            <a:srgbClr val="26A688"/>
          </a:solidFill>
          <a:ln/>
        </p:spPr>
        <p:txBody>
          <a:bodyPr/>
          <a:lstStyle/>
          <a:p>
            <a:endParaRPr lang="en-US" sz="1500"/>
          </a:p>
        </p:txBody>
      </p:sp>
      <p:sp>
        <p:nvSpPr>
          <p:cNvPr id="314" name="Shape 311"/>
          <p:cNvSpPr/>
          <p:nvPr/>
        </p:nvSpPr>
        <p:spPr>
          <a:xfrm>
            <a:off x="3990280" y="3277034"/>
            <a:ext cx="98822" cy="98822"/>
          </a:xfrm>
          <a:prstGeom prst="roundRect">
            <a:avLst>
              <a:gd name="adj" fmla="val 385543"/>
            </a:avLst>
          </a:prstGeom>
          <a:solidFill>
            <a:srgbClr val="26A688"/>
          </a:solidFill>
          <a:ln/>
        </p:spPr>
        <p:txBody>
          <a:bodyPr/>
          <a:lstStyle/>
          <a:p>
            <a:endParaRPr lang="en-US" sz="1500"/>
          </a:p>
        </p:txBody>
      </p:sp>
      <p:sp>
        <p:nvSpPr>
          <p:cNvPr id="315" name="Shape 312"/>
          <p:cNvSpPr/>
          <p:nvPr/>
        </p:nvSpPr>
        <p:spPr>
          <a:xfrm>
            <a:off x="4108846" y="3277034"/>
            <a:ext cx="98822" cy="98822"/>
          </a:xfrm>
          <a:prstGeom prst="roundRect">
            <a:avLst>
              <a:gd name="adj" fmla="val 385543"/>
            </a:avLst>
          </a:prstGeom>
          <a:solidFill>
            <a:srgbClr val="26A688"/>
          </a:solidFill>
          <a:ln/>
        </p:spPr>
        <p:txBody>
          <a:bodyPr/>
          <a:lstStyle/>
          <a:p>
            <a:endParaRPr lang="en-US" sz="1500"/>
          </a:p>
        </p:txBody>
      </p:sp>
      <p:sp>
        <p:nvSpPr>
          <p:cNvPr id="316" name="Shape 313"/>
          <p:cNvSpPr/>
          <p:nvPr/>
        </p:nvSpPr>
        <p:spPr>
          <a:xfrm>
            <a:off x="4227412" y="3277034"/>
            <a:ext cx="98822" cy="98822"/>
          </a:xfrm>
          <a:prstGeom prst="roundRect">
            <a:avLst>
              <a:gd name="adj" fmla="val 385543"/>
            </a:avLst>
          </a:prstGeom>
          <a:solidFill>
            <a:srgbClr val="26A688"/>
          </a:solidFill>
          <a:ln/>
        </p:spPr>
        <p:txBody>
          <a:bodyPr/>
          <a:lstStyle/>
          <a:p>
            <a:endParaRPr lang="en-US" sz="1500"/>
          </a:p>
        </p:txBody>
      </p:sp>
      <p:sp>
        <p:nvSpPr>
          <p:cNvPr id="317" name="Shape 314"/>
          <p:cNvSpPr/>
          <p:nvPr/>
        </p:nvSpPr>
        <p:spPr>
          <a:xfrm>
            <a:off x="4345979" y="3277034"/>
            <a:ext cx="98822" cy="98822"/>
          </a:xfrm>
          <a:prstGeom prst="roundRect">
            <a:avLst>
              <a:gd name="adj" fmla="val 385543"/>
            </a:avLst>
          </a:prstGeom>
          <a:solidFill>
            <a:srgbClr val="26A688"/>
          </a:solidFill>
          <a:ln/>
        </p:spPr>
        <p:txBody>
          <a:bodyPr/>
          <a:lstStyle/>
          <a:p>
            <a:endParaRPr lang="en-US" sz="1500"/>
          </a:p>
        </p:txBody>
      </p:sp>
      <p:sp>
        <p:nvSpPr>
          <p:cNvPr id="318" name="Shape 315"/>
          <p:cNvSpPr/>
          <p:nvPr/>
        </p:nvSpPr>
        <p:spPr>
          <a:xfrm>
            <a:off x="4464545" y="3277034"/>
            <a:ext cx="98822" cy="98822"/>
          </a:xfrm>
          <a:prstGeom prst="roundRect">
            <a:avLst>
              <a:gd name="adj" fmla="val 385543"/>
            </a:avLst>
          </a:prstGeom>
          <a:solidFill>
            <a:srgbClr val="26A688"/>
          </a:solidFill>
          <a:ln/>
        </p:spPr>
        <p:txBody>
          <a:bodyPr/>
          <a:lstStyle/>
          <a:p>
            <a:endParaRPr lang="en-US" sz="1500"/>
          </a:p>
        </p:txBody>
      </p:sp>
      <p:sp>
        <p:nvSpPr>
          <p:cNvPr id="319" name="Shape 316"/>
          <p:cNvSpPr/>
          <p:nvPr/>
        </p:nvSpPr>
        <p:spPr>
          <a:xfrm>
            <a:off x="4583111" y="3277034"/>
            <a:ext cx="98822" cy="98822"/>
          </a:xfrm>
          <a:prstGeom prst="roundRect">
            <a:avLst>
              <a:gd name="adj" fmla="val 385543"/>
            </a:avLst>
          </a:prstGeom>
          <a:solidFill>
            <a:srgbClr val="26A688"/>
          </a:solidFill>
          <a:ln/>
        </p:spPr>
        <p:txBody>
          <a:bodyPr/>
          <a:lstStyle/>
          <a:p>
            <a:endParaRPr lang="en-US" sz="1500"/>
          </a:p>
        </p:txBody>
      </p:sp>
      <p:sp>
        <p:nvSpPr>
          <p:cNvPr id="320" name="Shape 317"/>
          <p:cNvSpPr/>
          <p:nvPr/>
        </p:nvSpPr>
        <p:spPr>
          <a:xfrm>
            <a:off x="4701678" y="3277034"/>
            <a:ext cx="98822" cy="98822"/>
          </a:xfrm>
          <a:prstGeom prst="roundRect">
            <a:avLst>
              <a:gd name="adj" fmla="val 385543"/>
            </a:avLst>
          </a:prstGeom>
          <a:solidFill>
            <a:srgbClr val="26A688"/>
          </a:solidFill>
          <a:ln/>
        </p:spPr>
        <p:txBody>
          <a:bodyPr/>
          <a:lstStyle/>
          <a:p>
            <a:endParaRPr lang="en-US" sz="1500"/>
          </a:p>
        </p:txBody>
      </p:sp>
      <p:sp>
        <p:nvSpPr>
          <p:cNvPr id="321" name="Shape 318"/>
          <p:cNvSpPr/>
          <p:nvPr/>
        </p:nvSpPr>
        <p:spPr>
          <a:xfrm>
            <a:off x="4820244" y="3277034"/>
            <a:ext cx="98822" cy="98822"/>
          </a:xfrm>
          <a:prstGeom prst="roundRect">
            <a:avLst>
              <a:gd name="adj" fmla="val 385543"/>
            </a:avLst>
          </a:prstGeom>
          <a:solidFill>
            <a:srgbClr val="26A688"/>
          </a:solidFill>
          <a:ln/>
        </p:spPr>
        <p:txBody>
          <a:bodyPr/>
          <a:lstStyle/>
          <a:p>
            <a:endParaRPr lang="en-US" sz="1500"/>
          </a:p>
        </p:txBody>
      </p:sp>
      <p:sp>
        <p:nvSpPr>
          <p:cNvPr id="322" name="Shape 319"/>
          <p:cNvSpPr/>
          <p:nvPr/>
        </p:nvSpPr>
        <p:spPr>
          <a:xfrm>
            <a:off x="4938811" y="3277034"/>
            <a:ext cx="98822" cy="98822"/>
          </a:xfrm>
          <a:prstGeom prst="roundRect">
            <a:avLst>
              <a:gd name="adj" fmla="val 385543"/>
            </a:avLst>
          </a:prstGeom>
          <a:solidFill>
            <a:srgbClr val="26A688"/>
          </a:solidFill>
          <a:ln/>
        </p:spPr>
        <p:txBody>
          <a:bodyPr/>
          <a:lstStyle/>
          <a:p>
            <a:endParaRPr lang="en-US" sz="1500"/>
          </a:p>
        </p:txBody>
      </p:sp>
      <p:sp>
        <p:nvSpPr>
          <p:cNvPr id="323" name="Shape 320"/>
          <p:cNvSpPr/>
          <p:nvPr/>
        </p:nvSpPr>
        <p:spPr>
          <a:xfrm>
            <a:off x="3871713" y="3395600"/>
            <a:ext cx="98822" cy="98822"/>
          </a:xfrm>
          <a:prstGeom prst="roundRect">
            <a:avLst>
              <a:gd name="adj" fmla="val 385543"/>
            </a:avLst>
          </a:prstGeom>
          <a:solidFill>
            <a:srgbClr val="26A688"/>
          </a:solidFill>
          <a:ln/>
        </p:spPr>
        <p:txBody>
          <a:bodyPr/>
          <a:lstStyle/>
          <a:p>
            <a:endParaRPr lang="en-US" sz="1500"/>
          </a:p>
        </p:txBody>
      </p:sp>
      <p:sp>
        <p:nvSpPr>
          <p:cNvPr id="324" name="Shape 321"/>
          <p:cNvSpPr/>
          <p:nvPr/>
        </p:nvSpPr>
        <p:spPr>
          <a:xfrm>
            <a:off x="3990280" y="3395600"/>
            <a:ext cx="98822" cy="98822"/>
          </a:xfrm>
          <a:prstGeom prst="roundRect">
            <a:avLst>
              <a:gd name="adj" fmla="val 385543"/>
            </a:avLst>
          </a:prstGeom>
          <a:solidFill>
            <a:srgbClr val="26A688"/>
          </a:solidFill>
          <a:ln/>
        </p:spPr>
        <p:txBody>
          <a:bodyPr/>
          <a:lstStyle/>
          <a:p>
            <a:endParaRPr lang="en-US" sz="1500"/>
          </a:p>
        </p:txBody>
      </p:sp>
      <p:sp>
        <p:nvSpPr>
          <p:cNvPr id="325" name="Shape 322"/>
          <p:cNvSpPr/>
          <p:nvPr/>
        </p:nvSpPr>
        <p:spPr>
          <a:xfrm>
            <a:off x="4108846" y="3395600"/>
            <a:ext cx="98822" cy="98822"/>
          </a:xfrm>
          <a:prstGeom prst="roundRect">
            <a:avLst>
              <a:gd name="adj" fmla="val 385543"/>
            </a:avLst>
          </a:prstGeom>
          <a:solidFill>
            <a:srgbClr val="26A688"/>
          </a:solidFill>
          <a:ln/>
        </p:spPr>
        <p:txBody>
          <a:bodyPr/>
          <a:lstStyle/>
          <a:p>
            <a:endParaRPr lang="en-US" sz="1500"/>
          </a:p>
        </p:txBody>
      </p:sp>
      <p:sp>
        <p:nvSpPr>
          <p:cNvPr id="326" name="Shape 323"/>
          <p:cNvSpPr/>
          <p:nvPr/>
        </p:nvSpPr>
        <p:spPr>
          <a:xfrm>
            <a:off x="4227412" y="3395600"/>
            <a:ext cx="98822" cy="98822"/>
          </a:xfrm>
          <a:prstGeom prst="roundRect">
            <a:avLst>
              <a:gd name="adj" fmla="val 385543"/>
            </a:avLst>
          </a:prstGeom>
          <a:solidFill>
            <a:srgbClr val="26A688"/>
          </a:solidFill>
          <a:ln/>
        </p:spPr>
        <p:txBody>
          <a:bodyPr/>
          <a:lstStyle/>
          <a:p>
            <a:endParaRPr lang="en-US" sz="1500"/>
          </a:p>
        </p:txBody>
      </p:sp>
      <p:sp>
        <p:nvSpPr>
          <p:cNvPr id="327" name="Shape 324"/>
          <p:cNvSpPr/>
          <p:nvPr/>
        </p:nvSpPr>
        <p:spPr>
          <a:xfrm>
            <a:off x="4345979" y="3395600"/>
            <a:ext cx="98822" cy="98822"/>
          </a:xfrm>
          <a:prstGeom prst="roundRect">
            <a:avLst>
              <a:gd name="adj" fmla="val 385543"/>
            </a:avLst>
          </a:prstGeom>
          <a:solidFill>
            <a:srgbClr val="26A688"/>
          </a:solidFill>
          <a:ln/>
        </p:spPr>
        <p:txBody>
          <a:bodyPr/>
          <a:lstStyle/>
          <a:p>
            <a:endParaRPr lang="en-US" sz="1500"/>
          </a:p>
        </p:txBody>
      </p:sp>
      <p:sp>
        <p:nvSpPr>
          <p:cNvPr id="328" name="Shape 325"/>
          <p:cNvSpPr/>
          <p:nvPr/>
        </p:nvSpPr>
        <p:spPr>
          <a:xfrm>
            <a:off x="4464545" y="3395600"/>
            <a:ext cx="98822" cy="98822"/>
          </a:xfrm>
          <a:prstGeom prst="roundRect">
            <a:avLst>
              <a:gd name="adj" fmla="val 385543"/>
            </a:avLst>
          </a:prstGeom>
          <a:solidFill>
            <a:srgbClr val="26A688"/>
          </a:solidFill>
          <a:ln/>
        </p:spPr>
        <p:txBody>
          <a:bodyPr/>
          <a:lstStyle/>
          <a:p>
            <a:endParaRPr lang="en-US" sz="1500"/>
          </a:p>
        </p:txBody>
      </p:sp>
      <p:sp>
        <p:nvSpPr>
          <p:cNvPr id="329" name="Shape 326"/>
          <p:cNvSpPr/>
          <p:nvPr/>
        </p:nvSpPr>
        <p:spPr>
          <a:xfrm>
            <a:off x="4583111" y="3395600"/>
            <a:ext cx="98822" cy="98822"/>
          </a:xfrm>
          <a:prstGeom prst="roundRect">
            <a:avLst>
              <a:gd name="adj" fmla="val 385543"/>
            </a:avLst>
          </a:prstGeom>
          <a:solidFill>
            <a:srgbClr val="26A688"/>
          </a:solidFill>
          <a:ln/>
        </p:spPr>
        <p:txBody>
          <a:bodyPr/>
          <a:lstStyle/>
          <a:p>
            <a:endParaRPr lang="en-US" sz="1500"/>
          </a:p>
        </p:txBody>
      </p:sp>
      <p:sp>
        <p:nvSpPr>
          <p:cNvPr id="330" name="Shape 327"/>
          <p:cNvSpPr/>
          <p:nvPr/>
        </p:nvSpPr>
        <p:spPr>
          <a:xfrm>
            <a:off x="4701678" y="3395600"/>
            <a:ext cx="98822" cy="98822"/>
          </a:xfrm>
          <a:prstGeom prst="roundRect">
            <a:avLst>
              <a:gd name="adj" fmla="val 385543"/>
            </a:avLst>
          </a:prstGeom>
          <a:solidFill>
            <a:srgbClr val="26A688"/>
          </a:solidFill>
          <a:ln/>
        </p:spPr>
        <p:txBody>
          <a:bodyPr/>
          <a:lstStyle/>
          <a:p>
            <a:endParaRPr lang="en-US" sz="1500"/>
          </a:p>
        </p:txBody>
      </p:sp>
      <p:sp>
        <p:nvSpPr>
          <p:cNvPr id="331" name="Shape 328"/>
          <p:cNvSpPr/>
          <p:nvPr/>
        </p:nvSpPr>
        <p:spPr>
          <a:xfrm>
            <a:off x="4820244" y="3395600"/>
            <a:ext cx="98822" cy="98822"/>
          </a:xfrm>
          <a:prstGeom prst="roundRect">
            <a:avLst>
              <a:gd name="adj" fmla="val 385543"/>
            </a:avLst>
          </a:prstGeom>
          <a:solidFill>
            <a:srgbClr val="26A688"/>
          </a:solidFill>
          <a:ln/>
        </p:spPr>
        <p:txBody>
          <a:bodyPr/>
          <a:lstStyle/>
          <a:p>
            <a:endParaRPr lang="en-US" sz="1500"/>
          </a:p>
        </p:txBody>
      </p:sp>
      <p:sp>
        <p:nvSpPr>
          <p:cNvPr id="332" name="Shape 329"/>
          <p:cNvSpPr/>
          <p:nvPr/>
        </p:nvSpPr>
        <p:spPr>
          <a:xfrm>
            <a:off x="4938811" y="3395600"/>
            <a:ext cx="98822" cy="98822"/>
          </a:xfrm>
          <a:prstGeom prst="roundRect">
            <a:avLst>
              <a:gd name="adj" fmla="val 385543"/>
            </a:avLst>
          </a:prstGeom>
          <a:solidFill>
            <a:srgbClr val="26A688"/>
          </a:solidFill>
          <a:ln/>
        </p:spPr>
        <p:txBody>
          <a:bodyPr/>
          <a:lstStyle/>
          <a:p>
            <a:endParaRPr lang="en-US" sz="1500"/>
          </a:p>
        </p:txBody>
      </p:sp>
      <p:sp>
        <p:nvSpPr>
          <p:cNvPr id="333" name="Shape 330"/>
          <p:cNvSpPr/>
          <p:nvPr/>
        </p:nvSpPr>
        <p:spPr>
          <a:xfrm>
            <a:off x="3871713" y="3514167"/>
            <a:ext cx="98822" cy="98822"/>
          </a:xfrm>
          <a:prstGeom prst="roundRect">
            <a:avLst>
              <a:gd name="adj" fmla="val 385543"/>
            </a:avLst>
          </a:prstGeom>
          <a:solidFill>
            <a:srgbClr val="26A688"/>
          </a:solidFill>
          <a:ln/>
        </p:spPr>
        <p:txBody>
          <a:bodyPr/>
          <a:lstStyle/>
          <a:p>
            <a:endParaRPr lang="en-US" sz="1500"/>
          </a:p>
        </p:txBody>
      </p:sp>
      <p:sp>
        <p:nvSpPr>
          <p:cNvPr id="334" name="Shape 331"/>
          <p:cNvSpPr/>
          <p:nvPr/>
        </p:nvSpPr>
        <p:spPr>
          <a:xfrm>
            <a:off x="3990280" y="3514167"/>
            <a:ext cx="98822" cy="98822"/>
          </a:xfrm>
          <a:prstGeom prst="roundRect">
            <a:avLst>
              <a:gd name="adj" fmla="val 385543"/>
            </a:avLst>
          </a:prstGeom>
          <a:solidFill>
            <a:srgbClr val="26A688"/>
          </a:solidFill>
          <a:ln/>
        </p:spPr>
        <p:txBody>
          <a:bodyPr/>
          <a:lstStyle/>
          <a:p>
            <a:endParaRPr lang="en-US" sz="1500"/>
          </a:p>
        </p:txBody>
      </p:sp>
      <p:sp>
        <p:nvSpPr>
          <p:cNvPr id="335" name="Shape 332"/>
          <p:cNvSpPr/>
          <p:nvPr/>
        </p:nvSpPr>
        <p:spPr>
          <a:xfrm>
            <a:off x="4108846" y="3514167"/>
            <a:ext cx="98822" cy="98822"/>
          </a:xfrm>
          <a:prstGeom prst="roundRect">
            <a:avLst>
              <a:gd name="adj" fmla="val 385543"/>
            </a:avLst>
          </a:prstGeom>
          <a:solidFill>
            <a:srgbClr val="26A688"/>
          </a:solidFill>
          <a:ln/>
        </p:spPr>
        <p:txBody>
          <a:bodyPr/>
          <a:lstStyle/>
          <a:p>
            <a:endParaRPr lang="en-US" sz="1500"/>
          </a:p>
        </p:txBody>
      </p:sp>
      <p:sp>
        <p:nvSpPr>
          <p:cNvPr id="336" name="Shape 333"/>
          <p:cNvSpPr/>
          <p:nvPr/>
        </p:nvSpPr>
        <p:spPr>
          <a:xfrm>
            <a:off x="4227412" y="3514167"/>
            <a:ext cx="98822" cy="98822"/>
          </a:xfrm>
          <a:prstGeom prst="roundRect">
            <a:avLst>
              <a:gd name="adj" fmla="val 385543"/>
            </a:avLst>
          </a:prstGeom>
          <a:solidFill>
            <a:srgbClr val="26A688"/>
          </a:solidFill>
          <a:ln/>
        </p:spPr>
        <p:txBody>
          <a:bodyPr/>
          <a:lstStyle/>
          <a:p>
            <a:endParaRPr lang="en-US" sz="1500"/>
          </a:p>
        </p:txBody>
      </p:sp>
      <p:sp>
        <p:nvSpPr>
          <p:cNvPr id="337" name="Shape 334"/>
          <p:cNvSpPr/>
          <p:nvPr/>
        </p:nvSpPr>
        <p:spPr>
          <a:xfrm>
            <a:off x="4345979" y="3514167"/>
            <a:ext cx="98822" cy="98822"/>
          </a:xfrm>
          <a:prstGeom prst="roundRect">
            <a:avLst>
              <a:gd name="adj" fmla="val 385543"/>
            </a:avLst>
          </a:prstGeom>
          <a:solidFill>
            <a:srgbClr val="26A688"/>
          </a:solidFill>
          <a:ln/>
        </p:spPr>
        <p:txBody>
          <a:bodyPr/>
          <a:lstStyle/>
          <a:p>
            <a:endParaRPr lang="en-US" sz="1500"/>
          </a:p>
        </p:txBody>
      </p:sp>
      <p:sp>
        <p:nvSpPr>
          <p:cNvPr id="338" name="Shape 335"/>
          <p:cNvSpPr/>
          <p:nvPr/>
        </p:nvSpPr>
        <p:spPr>
          <a:xfrm>
            <a:off x="4464545" y="3514167"/>
            <a:ext cx="98822" cy="98822"/>
          </a:xfrm>
          <a:prstGeom prst="roundRect">
            <a:avLst>
              <a:gd name="adj" fmla="val 385543"/>
            </a:avLst>
          </a:prstGeom>
          <a:solidFill>
            <a:srgbClr val="26A688"/>
          </a:solidFill>
          <a:ln/>
        </p:spPr>
        <p:txBody>
          <a:bodyPr/>
          <a:lstStyle/>
          <a:p>
            <a:endParaRPr lang="en-US" sz="1500"/>
          </a:p>
        </p:txBody>
      </p:sp>
      <p:sp>
        <p:nvSpPr>
          <p:cNvPr id="339" name="Shape 336"/>
          <p:cNvSpPr/>
          <p:nvPr/>
        </p:nvSpPr>
        <p:spPr>
          <a:xfrm>
            <a:off x="4583111" y="3514167"/>
            <a:ext cx="98822" cy="98822"/>
          </a:xfrm>
          <a:prstGeom prst="roundRect">
            <a:avLst>
              <a:gd name="adj" fmla="val 385543"/>
            </a:avLst>
          </a:prstGeom>
          <a:solidFill>
            <a:srgbClr val="26A688"/>
          </a:solidFill>
          <a:ln/>
        </p:spPr>
        <p:txBody>
          <a:bodyPr/>
          <a:lstStyle/>
          <a:p>
            <a:endParaRPr lang="en-US" sz="1500"/>
          </a:p>
        </p:txBody>
      </p:sp>
      <p:sp>
        <p:nvSpPr>
          <p:cNvPr id="340" name="Shape 337"/>
          <p:cNvSpPr/>
          <p:nvPr/>
        </p:nvSpPr>
        <p:spPr>
          <a:xfrm>
            <a:off x="4701678" y="3514167"/>
            <a:ext cx="98822" cy="98822"/>
          </a:xfrm>
          <a:prstGeom prst="roundRect">
            <a:avLst>
              <a:gd name="adj" fmla="val 385543"/>
            </a:avLst>
          </a:prstGeom>
          <a:solidFill>
            <a:srgbClr val="26A688"/>
          </a:solidFill>
          <a:ln/>
        </p:spPr>
        <p:txBody>
          <a:bodyPr/>
          <a:lstStyle/>
          <a:p>
            <a:endParaRPr lang="en-US" sz="1500"/>
          </a:p>
        </p:txBody>
      </p:sp>
      <p:sp>
        <p:nvSpPr>
          <p:cNvPr id="341" name="Shape 338"/>
          <p:cNvSpPr/>
          <p:nvPr/>
        </p:nvSpPr>
        <p:spPr>
          <a:xfrm>
            <a:off x="4820244" y="3514167"/>
            <a:ext cx="98822" cy="98822"/>
          </a:xfrm>
          <a:prstGeom prst="roundRect">
            <a:avLst>
              <a:gd name="adj" fmla="val 385543"/>
            </a:avLst>
          </a:prstGeom>
          <a:solidFill>
            <a:srgbClr val="26A688"/>
          </a:solidFill>
          <a:ln/>
        </p:spPr>
        <p:txBody>
          <a:bodyPr/>
          <a:lstStyle/>
          <a:p>
            <a:endParaRPr lang="en-US" sz="1500"/>
          </a:p>
        </p:txBody>
      </p:sp>
      <p:sp>
        <p:nvSpPr>
          <p:cNvPr id="342" name="Shape 339"/>
          <p:cNvSpPr/>
          <p:nvPr/>
        </p:nvSpPr>
        <p:spPr>
          <a:xfrm>
            <a:off x="4938811" y="3514167"/>
            <a:ext cx="98822" cy="98822"/>
          </a:xfrm>
          <a:prstGeom prst="roundRect">
            <a:avLst>
              <a:gd name="adj" fmla="val 385543"/>
            </a:avLst>
          </a:prstGeom>
          <a:solidFill>
            <a:srgbClr val="26A688"/>
          </a:solidFill>
          <a:ln/>
        </p:spPr>
        <p:txBody>
          <a:bodyPr/>
          <a:lstStyle/>
          <a:p>
            <a:endParaRPr lang="en-US" sz="1500"/>
          </a:p>
        </p:txBody>
      </p:sp>
      <p:sp>
        <p:nvSpPr>
          <p:cNvPr id="343" name="Shape 340"/>
          <p:cNvSpPr/>
          <p:nvPr/>
        </p:nvSpPr>
        <p:spPr>
          <a:xfrm>
            <a:off x="3871713" y="3632734"/>
            <a:ext cx="98822" cy="98822"/>
          </a:xfrm>
          <a:prstGeom prst="roundRect">
            <a:avLst>
              <a:gd name="adj" fmla="val 385543"/>
            </a:avLst>
          </a:prstGeom>
          <a:solidFill>
            <a:srgbClr val="26A688"/>
          </a:solidFill>
          <a:ln/>
        </p:spPr>
        <p:txBody>
          <a:bodyPr/>
          <a:lstStyle/>
          <a:p>
            <a:endParaRPr lang="en-US" sz="1500"/>
          </a:p>
        </p:txBody>
      </p:sp>
      <p:sp>
        <p:nvSpPr>
          <p:cNvPr id="344" name="Shape 341"/>
          <p:cNvSpPr/>
          <p:nvPr/>
        </p:nvSpPr>
        <p:spPr>
          <a:xfrm>
            <a:off x="3990280" y="3632734"/>
            <a:ext cx="98822" cy="98822"/>
          </a:xfrm>
          <a:prstGeom prst="roundRect">
            <a:avLst>
              <a:gd name="adj" fmla="val 385543"/>
            </a:avLst>
          </a:prstGeom>
          <a:solidFill>
            <a:srgbClr val="26A688"/>
          </a:solidFill>
          <a:ln/>
        </p:spPr>
        <p:txBody>
          <a:bodyPr/>
          <a:lstStyle/>
          <a:p>
            <a:endParaRPr lang="en-US" sz="1500"/>
          </a:p>
        </p:txBody>
      </p:sp>
      <p:sp>
        <p:nvSpPr>
          <p:cNvPr id="345" name="Shape 342"/>
          <p:cNvSpPr/>
          <p:nvPr/>
        </p:nvSpPr>
        <p:spPr>
          <a:xfrm>
            <a:off x="4108846" y="3632734"/>
            <a:ext cx="98822" cy="98822"/>
          </a:xfrm>
          <a:prstGeom prst="roundRect">
            <a:avLst>
              <a:gd name="adj" fmla="val 385543"/>
            </a:avLst>
          </a:prstGeom>
          <a:solidFill>
            <a:srgbClr val="26A688"/>
          </a:solidFill>
          <a:ln/>
        </p:spPr>
        <p:txBody>
          <a:bodyPr/>
          <a:lstStyle/>
          <a:p>
            <a:endParaRPr lang="en-US" sz="1500"/>
          </a:p>
        </p:txBody>
      </p:sp>
      <p:sp>
        <p:nvSpPr>
          <p:cNvPr id="346" name="Shape 343"/>
          <p:cNvSpPr/>
          <p:nvPr/>
        </p:nvSpPr>
        <p:spPr>
          <a:xfrm>
            <a:off x="4227412" y="3632734"/>
            <a:ext cx="98822" cy="98822"/>
          </a:xfrm>
          <a:prstGeom prst="roundRect">
            <a:avLst>
              <a:gd name="adj" fmla="val 385543"/>
            </a:avLst>
          </a:prstGeom>
          <a:solidFill>
            <a:srgbClr val="26A688"/>
          </a:solidFill>
          <a:ln/>
        </p:spPr>
        <p:txBody>
          <a:bodyPr/>
          <a:lstStyle/>
          <a:p>
            <a:endParaRPr lang="en-US" sz="1500"/>
          </a:p>
        </p:txBody>
      </p:sp>
      <p:sp>
        <p:nvSpPr>
          <p:cNvPr id="347" name="Shape 344"/>
          <p:cNvSpPr/>
          <p:nvPr/>
        </p:nvSpPr>
        <p:spPr>
          <a:xfrm>
            <a:off x="4345979" y="3632734"/>
            <a:ext cx="98822" cy="98822"/>
          </a:xfrm>
          <a:prstGeom prst="roundRect">
            <a:avLst>
              <a:gd name="adj" fmla="val 385543"/>
            </a:avLst>
          </a:prstGeom>
          <a:solidFill>
            <a:srgbClr val="26A688"/>
          </a:solidFill>
          <a:ln/>
        </p:spPr>
        <p:txBody>
          <a:bodyPr/>
          <a:lstStyle/>
          <a:p>
            <a:endParaRPr lang="en-US" sz="1500"/>
          </a:p>
        </p:txBody>
      </p:sp>
      <p:sp>
        <p:nvSpPr>
          <p:cNvPr id="348" name="Shape 345"/>
          <p:cNvSpPr/>
          <p:nvPr/>
        </p:nvSpPr>
        <p:spPr>
          <a:xfrm>
            <a:off x="4464545" y="3632734"/>
            <a:ext cx="98822" cy="98822"/>
          </a:xfrm>
          <a:prstGeom prst="roundRect">
            <a:avLst>
              <a:gd name="adj" fmla="val 385543"/>
            </a:avLst>
          </a:prstGeom>
          <a:solidFill>
            <a:srgbClr val="26A688"/>
          </a:solidFill>
          <a:ln/>
        </p:spPr>
        <p:txBody>
          <a:bodyPr/>
          <a:lstStyle/>
          <a:p>
            <a:endParaRPr lang="en-US" sz="1500"/>
          </a:p>
        </p:txBody>
      </p:sp>
      <p:sp>
        <p:nvSpPr>
          <p:cNvPr id="349" name="Shape 346"/>
          <p:cNvSpPr/>
          <p:nvPr/>
        </p:nvSpPr>
        <p:spPr>
          <a:xfrm>
            <a:off x="4583111" y="3632734"/>
            <a:ext cx="98822" cy="98822"/>
          </a:xfrm>
          <a:prstGeom prst="roundRect">
            <a:avLst>
              <a:gd name="adj" fmla="val 385543"/>
            </a:avLst>
          </a:prstGeom>
          <a:solidFill>
            <a:srgbClr val="26A688"/>
          </a:solidFill>
          <a:ln/>
        </p:spPr>
        <p:txBody>
          <a:bodyPr/>
          <a:lstStyle/>
          <a:p>
            <a:endParaRPr lang="en-US" sz="1500"/>
          </a:p>
        </p:txBody>
      </p:sp>
      <p:sp>
        <p:nvSpPr>
          <p:cNvPr id="350" name="Shape 347"/>
          <p:cNvSpPr/>
          <p:nvPr/>
        </p:nvSpPr>
        <p:spPr>
          <a:xfrm>
            <a:off x="4701678" y="3632734"/>
            <a:ext cx="98822" cy="98822"/>
          </a:xfrm>
          <a:prstGeom prst="roundRect">
            <a:avLst>
              <a:gd name="adj" fmla="val 385543"/>
            </a:avLst>
          </a:prstGeom>
          <a:solidFill>
            <a:srgbClr val="26A688"/>
          </a:solidFill>
          <a:ln/>
        </p:spPr>
        <p:txBody>
          <a:bodyPr/>
          <a:lstStyle/>
          <a:p>
            <a:endParaRPr lang="en-US" sz="1500"/>
          </a:p>
        </p:txBody>
      </p:sp>
      <p:sp>
        <p:nvSpPr>
          <p:cNvPr id="351" name="Shape 348"/>
          <p:cNvSpPr/>
          <p:nvPr/>
        </p:nvSpPr>
        <p:spPr>
          <a:xfrm>
            <a:off x="4820244" y="3632734"/>
            <a:ext cx="98822" cy="98822"/>
          </a:xfrm>
          <a:prstGeom prst="roundRect">
            <a:avLst>
              <a:gd name="adj" fmla="val 385543"/>
            </a:avLst>
          </a:prstGeom>
          <a:solidFill>
            <a:srgbClr val="26A688"/>
          </a:solidFill>
          <a:ln/>
        </p:spPr>
        <p:txBody>
          <a:bodyPr/>
          <a:lstStyle/>
          <a:p>
            <a:endParaRPr lang="en-US" sz="1500"/>
          </a:p>
        </p:txBody>
      </p:sp>
      <p:sp>
        <p:nvSpPr>
          <p:cNvPr id="352" name="Shape 349"/>
          <p:cNvSpPr/>
          <p:nvPr/>
        </p:nvSpPr>
        <p:spPr>
          <a:xfrm>
            <a:off x="4938811" y="3632734"/>
            <a:ext cx="98822" cy="98822"/>
          </a:xfrm>
          <a:prstGeom prst="roundRect">
            <a:avLst>
              <a:gd name="adj" fmla="val 385543"/>
            </a:avLst>
          </a:prstGeom>
          <a:solidFill>
            <a:srgbClr val="26A688"/>
          </a:solidFill>
          <a:ln/>
        </p:spPr>
        <p:txBody>
          <a:bodyPr/>
          <a:lstStyle/>
          <a:p>
            <a:endParaRPr lang="en-US" sz="1500"/>
          </a:p>
        </p:txBody>
      </p:sp>
      <p:sp>
        <p:nvSpPr>
          <p:cNvPr id="353" name="Shape 350"/>
          <p:cNvSpPr/>
          <p:nvPr/>
        </p:nvSpPr>
        <p:spPr>
          <a:xfrm>
            <a:off x="3871713" y="3751299"/>
            <a:ext cx="98822" cy="98822"/>
          </a:xfrm>
          <a:prstGeom prst="roundRect">
            <a:avLst>
              <a:gd name="adj" fmla="val 385543"/>
            </a:avLst>
          </a:prstGeom>
          <a:solidFill>
            <a:srgbClr val="26A688"/>
          </a:solidFill>
          <a:ln/>
        </p:spPr>
        <p:txBody>
          <a:bodyPr/>
          <a:lstStyle/>
          <a:p>
            <a:endParaRPr lang="en-US" sz="1500"/>
          </a:p>
        </p:txBody>
      </p:sp>
      <p:sp>
        <p:nvSpPr>
          <p:cNvPr id="354" name="Shape 351"/>
          <p:cNvSpPr/>
          <p:nvPr/>
        </p:nvSpPr>
        <p:spPr>
          <a:xfrm>
            <a:off x="3990280" y="3751299"/>
            <a:ext cx="98822" cy="98822"/>
          </a:xfrm>
          <a:prstGeom prst="roundRect">
            <a:avLst>
              <a:gd name="adj" fmla="val 385543"/>
            </a:avLst>
          </a:prstGeom>
          <a:solidFill>
            <a:srgbClr val="26A688"/>
          </a:solidFill>
          <a:ln/>
        </p:spPr>
        <p:txBody>
          <a:bodyPr/>
          <a:lstStyle/>
          <a:p>
            <a:endParaRPr lang="en-US" sz="1500"/>
          </a:p>
        </p:txBody>
      </p:sp>
      <p:sp>
        <p:nvSpPr>
          <p:cNvPr id="355" name="Shape 352"/>
          <p:cNvSpPr/>
          <p:nvPr/>
        </p:nvSpPr>
        <p:spPr>
          <a:xfrm>
            <a:off x="4108846" y="3751299"/>
            <a:ext cx="98822" cy="98822"/>
          </a:xfrm>
          <a:prstGeom prst="roundRect">
            <a:avLst>
              <a:gd name="adj" fmla="val 385543"/>
            </a:avLst>
          </a:prstGeom>
          <a:solidFill>
            <a:srgbClr val="26A688"/>
          </a:solidFill>
          <a:ln/>
        </p:spPr>
        <p:txBody>
          <a:bodyPr/>
          <a:lstStyle/>
          <a:p>
            <a:endParaRPr lang="en-US" sz="1500"/>
          </a:p>
        </p:txBody>
      </p:sp>
      <p:sp>
        <p:nvSpPr>
          <p:cNvPr id="356" name="Shape 353"/>
          <p:cNvSpPr/>
          <p:nvPr/>
        </p:nvSpPr>
        <p:spPr>
          <a:xfrm>
            <a:off x="4227412" y="3751299"/>
            <a:ext cx="98822" cy="98822"/>
          </a:xfrm>
          <a:prstGeom prst="roundRect">
            <a:avLst>
              <a:gd name="adj" fmla="val 385543"/>
            </a:avLst>
          </a:prstGeom>
          <a:solidFill>
            <a:srgbClr val="26A688"/>
          </a:solidFill>
          <a:ln/>
        </p:spPr>
        <p:txBody>
          <a:bodyPr/>
          <a:lstStyle/>
          <a:p>
            <a:endParaRPr lang="en-US" sz="1500"/>
          </a:p>
        </p:txBody>
      </p:sp>
      <p:sp>
        <p:nvSpPr>
          <p:cNvPr id="357" name="Shape 354"/>
          <p:cNvSpPr/>
          <p:nvPr/>
        </p:nvSpPr>
        <p:spPr>
          <a:xfrm>
            <a:off x="4345979" y="3751299"/>
            <a:ext cx="98822" cy="98822"/>
          </a:xfrm>
          <a:prstGeom prst="roundRect">
            <a:avLst>
              <a:gd name="adj" fmla="val 385543"/>
            </a:avLst>
          </a:prstGeom>
          <a:solidFill>
            <a:srgbClr val="26A688"/>
          </a:solidFill>
          <a:ln/>
        </p:spPr>
        <p:txBody>
          <a:bodyPr/>
          <a:lstStyle/>
          <a:p>
            <a:endParaRPr lang="en-US" sz="1500"/>
          </a:p>
        </p:txBody>
      </p:sp>
      <p:sp>
        <p:nvSpPr>
          <p:cNvPr id="358" name="Shape 355"/>
          <p:cNvSpPr/>
          <p:nvPr/>
        </p:nvSpPr>
        <p:spPr>
          <a:xfrm>
            <a:off x="4464545" y="3751299"/>
            <a:ext cx="98822" cy="98822"/>
          </a:xfrm>
          <a:prstGeom prst="roundRect">
            <a:avLst>
              <a:gd name="adj" fmla="val 385543"/>
            </a:avLst>
          </a:prstGeom>
          <a:solidFill>
            <a:srgbClr val="26A688"/>
          </a:solidFill>
          <a:ln/>
        </p:spPr>
        <p:txBody>
          <a:bodyPr/>
          <a:lstStyle/>
          <a:p>
            <a:endParaRPr lang="en-US" sz="1500"/>
          </a:p>
        </p:txBody>
      </p:sp>
      <p:sp>
        <p:nvSpPr>
          <p:cNvPr id="359" name="Shape 356"/>
          <p:cNvSpPr/>
          <p:nvPr/>
        </p:nvSpPr>
        <p:spPr>
          <a:xfrm>
            <a:off x="4583111" y="3751299"/>
            <a:ext cx="98822" cy="98822"/>
          </a:xfrm>
          <a:prstGeom prst="roundRect">
            <a:avLst>
              <a:gd name="adj" fmla="val 385543"/>
            </a:avLst>
          </a:prstGeom>
          <a:solidFill>
            <a:srgbClr val="26A688"/>
          </a:solidFill>
          <a:ln/>
        </p:spPr>
        <p:txBody>
          <a:bodyPr/>
          <a:lstStyle/>
          <a:p>
            <a:endParaRPr lang="en-US" sz="1500"/>
          </a:p>
        </p:txBody>
      </p:sp>
      <p:sp>
        <p:nvSpPr>
          <p:cNvPr id="360" name="Shape 357"/>
          <p:cNvSpPr/>
          <p:nvPr/>
        </p:nvSpPr>
        <p:spPr>
          <a:xfrm>
            <a:off x="4701678" y="3751299"/>
            <a:ext cx="98822" cy="98822"/>
          </a:xfrm>
          <a:prstGeom prst="roundRect">
            <a:avLst>
              <a:gd name="adj" fmla="val 385543"/>
            </a:avLst>
          </a:prstGeom>
          <a:solidFill>
            <a:srgbClr val="26A688"/>
          </a:solidFill>
          <a:ln/>
        </p:spPr>
        <p:txBody>
          <a:bodyPr/>
          <a:lstStyle/>
          <a:p>
            <a:endParaRPr lang="en-US" sz="1500"/>
          </a:p>
        </p:txBody>
      </p:sp>
      <p:sp>
        <p:nvSpPr>
          <p:cNvPr id="361" name="Shape 358"/>
          <p:cNvSpPr/>
          <p:nvPr/>
        </p:nvSpPr>
        <p:spPr>
          <a:xfrm>
            <a:off x="4820244" y="3751299"/>
            <a:ext cx="98822" cy="98822"/>
          </a:xfrm>
          <a:prstGeom prst="roundRect">
            <a:avLst>
              <a:gd name="adj" fmla="val 385543"/>
            </a:avLst>
          </a:prstGeom>
          <a:solidFill>
            <a:srgbClr val="26A688"/>
          </a:solidFill>
          <a:ln/>
        </p:spPr>
        <p:txBody>
          <a:bodyPr/>
          <a:lstStyle/>
          <a:p>
            <a:endParaRPr lang="en-US" sz="1500"/>
          </a:p>
        </p:txBody>
      </p:sp>
      <p:sp>
        <p:nvSpPr>
          <p:cNvPr id="362" name="Shape 359"/>
          <p:cNvSpPr/>
          <p:nvPr/>
        </p:nvSpPr>
        <p:spPr>
          <a:xfrm>
            <a:off x="4938811" y="3751299"/>
            <a:ext cx="98822" cy="98822"/>
          </a:xfrm>
          <a:prstGeom prst="roundRect">
            <a:avLst>
              <a:gd name="adj" fmla="val 385543"/>
            </a:avLst>
          </a:prstGeom>
          <a:solidFill>
            <a:srgbClr val="26A688"/>
          </a:solidFill>
          <a:ln/>
        </p:spPr>
        <p:txBody>
          <a:bodyPr/>
          <a:lstStyle/>
          <a:p>
            <a:endParaRPr lang="en-US" sz="1500"/>
          </a:p>
        </p:txBody>
      </p:sp>
      <p:sp>
        <p:nvSpPr>
          <p:cNvPr id="363" name="Shape 360"/>
          <p:cNvSpPr/>
          <p:nvPr/>
        </p:nvSpPr>
        <p:spPr>
          <a:xfrm>
            <a:off x="3871713" y="3869866"/>
            <a:ext cx="98822" cy="98822"/>
          </a:xfrm>
          <a:prstGeom prst="roundRect">
            <a:avLst>
              <a:gd name="adj" fmla="val 385543"/>
            </a:avLst>
          </a:prstGeom>
          <a:solidFill>
            <a:srgbClr val="26A688"/>
          </a:solidFill>
          <a:ln/>
        </p:spPr>
        <p:txBody>
          <a:bodyPr/>
          <a:lstStyle/>
          <a:p>
            <a:endParaRPr lang="en-US" sz="1500"/>
          </a:p>
        </p:txBody>
      </p:sp>
      <p:sp>
        <p:nvSpPr>
          <p:cNvPr id="364" name="Shape 361"/>
          <p:cNvSpPr/>
          <p:nvPr/>
        </p:nvSpPr>
        <p:spPr>
          <a:xfrm>
            <a:off x="3990280" y="3869866"/>
            <a:ext cx="98822" cy="98822"/>
          </a:xfrm>
          <a:prstGeom prst="roundRect">
            <a:avLst>
              <a:gd name="adj" fmla="val 385543"/>
            </a:avLst>
          </a:prstGeom>
          <a:solidFill>
            <a:srgbClr val="26A688"/>
          </a:solidFill>
          <a:ln/>
        </p:spPr>
        <p:txBody>
          <a:bodyPr/>
          <a:lstStyle/>
          <a:p>
            <a:endParaRPr lang="en-US" sz="1500"/>
          </a:p>
        </p:txBody>
      </p:sp>
      <p:sp>
        <p:nvSpPr>
          <p:cNvPr id="365" name="Shape 362"/>
          <p:cNvSpPr/>
          <p:nvPr/>
        </p:nvSpPr>
        <p:spPr>
          <a:xfrm>
            <a:off x="4108846" y="3869866"/>
            <a:ext cx="98822" cy="98822"/>
          </a:xfrm>
          <a:prstGeom prst="roundRect">
            <a:avLst>
              <a:gd name="adj" fmla="val 385543"/>
            </a:avLst>
          </a:prstGeom>
          <a:solidFill>
            <a:srgbClr val="26A688"/>
          </a:solidFill>
          <a:ln/>
        </p:spPr>
        <p:txBody>
          <a:bodyPr/>
          <a:lstStyle/>
          <a:p>
            <a:endParaRPr lang="en-US" sz="1500"/>
          </a:p>
        </p:txBody>
      </p:sp>
      <p:sp>
        <p:nvSpPr>
          <p:cNvPr id="366" name="Shape 363"/>
          <p:cNvSpPr/>
          <p:nvPr/>
        </p:nvSpPr>
        <p:spPr>
          <a:xfrm>
            <a:off x="4227412" y="3869866"/>
            <a:ext cx="98822" cy="98822"/>
          </a:xfrm>
          <a:prstGeom prst="roundRect">
            <a:avLst>
              <a:gd name="adj" fmla="val 385543"/>
            </a:avLst>
          </a:prstGeom>
          <a:solidFill>
            <a:srgbClr val="26A688"/>
          </a:solidFill>
          <a:ln/>
        </p:spPr>
        <p:txBody>
          <a:bodyPr/>
          <a:lstStyle/>
          <a:p>
            <a:endParaRPr lang="en-US" sz="1500"/>
          </a:p>
        </p:txBody>
      </p:sp>
      <p:sp>
        <p:nvSpPr>
          <p:cNvPr id="367" name="Shape 364"/>
          <p:cNvSpPr/>
          <p:nvPr/>
        </p:nvSpPr>
        <p:spPr>
          <a:xfrm>
            <a:off x="4345979" y="3869866"/>
            <a:ext cx="98822" cy="98822"/>
          </a:xfrm>
          <a:prstGeom prst="roundRect">
            <a:avLst>
              <a:gd name="adj" fmla="val 385543"/>
            </a:avLst>
          </a:prstGeom>
          <a:solidFill>
            <a:srgbClr val="26A688"/>
          </a:solidFill>
          <a:ln/>
        </p:spPr>
        <p:txBody>
          <a:bodyPr/>
          <a:lstStyle/>
          <a:p>
            <a:endParaRPr lang="en-US" sz="1500"/>
          </a:p>
        </p:txBody>
      </p:sp>
      <p:sp>
        <p:nvSpPr>
          <p:cNvPr id="368" name="Shape 365"/>
          <p:cNvSpPr/>
          <p:nvPr/>
        </p:nvSpPr>
        <p:spPr>
          <a:xfrm>
            <a:off x="4464545" y="3869866"/>
            <a:ext cx="98822" cy="98822"/>
          </a:xfrm>
          <a:prstGeom prst="roundRect">
            <a:avLst>
              <a:gd name="adj" fmla="val 385543"/>
            </a:avLst>
          </a:prstGeom>
          <a:solidFill>
            <a:srgbClr val="26A688"/>
          </a:solidFill>
          <a:ln/>
        </p:spPr>
        <p:txBody>
          <a:bodyPr/>
          <a:lstStyle/>
          <a:p>
            <a:endParaRPr lang="en-US" sz="1500"/>
          </a:p>
        </p:txBody>
      </p:sp>
      <p:sp>
        <p:nvSpPr>
          <p:cNvPr id="369" name="Shape 366"/>
          <p:cNvSpPr/>
          <p:nvPr/>
        </p:nvSpPr>
        <p:spPr>
          <a:xfrm>
            <a:off x="4583111" y="3869866"/>
            <a:ext cx="98822" cy="98822"/>
          </a:xfrm>
          <a:prstGeom prst="roundRect">
            <a:avLst>
              <a:gd name="adj" fmla="val 385543"/>
            </a:avLst>
          </a:prstGeom>
          <a:solidFill>
            <a:srgbClr val="26A688"/>
          </a:solidFill>
          <a:ln/>
        </p:spPr>
        <p:txBody>
          <a:bodyPr/>
          <a:lstStyle/>
          <a:p>
            <a:endParaRPr lang="en-US" sz="1500"/>
          </a:p>
        </p:txBody>
      </p:sp>
      <p:sp>
        <p:nvSpPr>
          <p:cNvPr id="370" name="Shape 367"/>
          <p:cNvSpPr/>
          <p:nvPr/>
        </p:nvSpPr>
        <p:spPr>
          <a:xfrm>
            <a:off x="4701678" y="3869866"/>
            <a:ext cx="98822" cy="98822"/>
          </a:xfrm>
          <a:prstGeom prst="roundRect">
            <a:avLst>
              <a:gd name="adj" fmla="val 385543"/>
            </a:avLst>
          </a:prstGeom>
          <a:solidFill>
            <a:srgbClr val="26A688"/>
          </a:solidFill>
          <a:ln/>
        </p:spPr>
        <p:txBody>
          <a:bodyPr/>
          <a:lstStyle/>
          <a:p>
            <a:endParaRPr lang="en-US" sz="1500"/>
          </a:p>
        </p:txBody>
      </p:sp>
      <p:sp>
        <p:nvSpPr>
          <p:cNvPr id="371" name="Shape 368"/>
          <p:cNvSpPr/>
          <p:nvPr/>
        </p:nvSpPr>
        <p:spPr>
          <a:xfrm>
            <a:off x="4820244" y="3869866"/>
            <a:ext cx="98822" cy="98822"/>
          </a:xfrm>
          <a:prstGeom prst="roundRect">
            <a:avLst>
              <a:gd name="adj" fmla="val 385543"/>
            </a:avLst>
          </a:prstGeom>
          <a:solidFill>
            <a:srgbClr val="26A688"/>
          </a:solidFill>
          <a:ln/>
        </p:spPr>
        <p:txBody>
          <a:bodyPr/>
          <a:lstStyle/>
          <a:p>
            <a:endParaRPr lang="en-US" sz="1500"/>
          </a:p>
        </p:txBody>
      </p:sp>
      <p:sp>
        <p:nvSpPr>
          <p:cNvPr id="372" name="Shape 369"/>
          <p:cNvSpPr/>
          <p:nvPr/>
        </p:nvSpPr>
        <p:spPr>
          <a:xfrm>
            <a:off x="4938811" y="3869866"/>
            <a:ext cx="98822" cy="98822"/>
          </a:xfrm>
          <a:prstGeom prst="roundRect">
            <a:avLst>
              <a:gd name="adj" fmla="val 385543"/>
            </a:avLst>
          </a:prstGeom>
          <a:solidFill>
            <a:srgbClr val="26A688"/>
          </a:solidFill>
          <a:ln/>
        </p:spPr>
        <p:txBody>
          <a:bodyPr/>
          <a:lstStyle/>
          <a:p>
            <a:endParaRPr lang="en-US" sz="1500"/>
          </a:p>
        </p:txBody>
      </p:sp>
      <p:sp>
        <p:nvSpPr>
          <p:cNvPr id="373" name="Shape 370"/>
          <p:cNvSpPr/>
          <p:nvPr/>
        </p:nvSpPr>
        <p:spPr>
          <a:xfrm>
            <a:off x="3871713" y="3988433"/>
            <a:ext cx="98822" cy="98822"/>
          </a:xfrm>
          <a:prstGeom prst="roundRect">
            <a:avLst>
              <a:gd name="adj" fmla="val 385543"/>
            </a:avLst>
          </a:prstGeom>
          <a:solidFill>
            <a:srgbClr val="26A688"/>
          </a:solidFill>
          <a:ln/>
        </p:spPr>
        <p:txBody>
          <a:bodyPr/>
          <a:lstStyle/>
          <a:p>
            <a:endParaRPr lang="en-US" sz="1500"/>
          </a:p>
        </p:txBody>
      </p:sp>
      <p:sp>
        <p:nvSpPr>
          <p:cNvPr id="374" name="Shape 371"/>
          <p:cNvSpPr/>
          <p:nvPr/>
        </p:nvSpPr>
        <p:spPr>
          <a:xfrm>
            <a:off x="3990280" y="3988433"/>
            <a:ext cx="98822" cy="98822"/>
          </a:xfrm>
          <a:prstGeom prst="roundRect">
            <a:avLst>
              <a:gd name="adj" fmla="val 385543"/>
            </a:avLst>
          </a:prstGeom>
          <a:solidFill>
            <a:srgbClr val="26A688"/>
          </a:solidFill>
          <a:ln/>
        </p:spPr>
        <p:txBody>
          <a:bodyPr/>
          <a:lstStyle/>
          <a:p>
            <a:endParaRPr lang="en-US" sz="1500"/>
          </a:p>
        </p:txBody>
      </p:sp>
      <p:sp>
        <p:nvSpPr>
          <p:cNvPr id="375" name="Shape 372"/>
          <p:cNvSpPr/>
          <p:nvPr/>
        </p:nvSpPr>
        <p:spPr>
          <a:xfrm>
            <a:off x="4108846" y="3988433"/>
            <a:ext cx="98822" cy="98822"/>
          </a:xfrm>
          <a:prstGeom prst="roundRect">
            <a:avLst>
              <a:gd name="adj" fmla="val 385543"/>
            </a:avLst>
          </a:prstGeom>
          <a:solidFill>
            <a:srgbClr val="26A688"/>
          </a:solidFill>
          <a:ln/>
        </p:spPr>
        <p:txBody>
          <a:bodyPr/>
          <a:lstStyle/>
          <a:p>
            <a:endParaRPr lang="en-US" sz="1500"/>
          </a:p>
        </p:txBody>
      </p:sp>
      <p:sp>
        <p:nvSpPr>
          <p:cNvPr id="376" name="Shape 373"/>
          <p:cNvSpPr/>
          <p:nvPr/>
        </p:nvSpPr>
        <p:spPr>
          <a:xfrm>
            <a:off x="4227412" y="3988433"/>
            <a:ext cx="98822" cy="98822"/>
          </a:xfrm>
          <a:prstGeom prst="roundRect">
            <a:avLst>
              <a:gd name="adj" fmla="val 385543"/>
            </a:avLst>
          </a:prstGeom>
          <a:solidFill>
            <a:srgbClr val="26A688"/>
          </a:solidFill>
          <a:ln/>
        </p:spPr>
        <p:txBody>
          <a:bodyPr/>
          <a:lstStyle/>
          <a:p>
            <a:endParaRPr lang="en-US" sz="1500"/>
          </a:p>
        </p:txBody>
      </p:sp>
      <p:sp>
        <p:nvSpPr>
          <p:cNvPr id="377" name="Shape 374"/>
          <p:cNvSpPr/>
          <p:nvPr/>
        </p:nvSpPr>
        <p:spPr>
          <a:xfrm>
            <a:off x="4345979" y="3988433"/>
            <a:ext cx="98822" cy="98822"/>
          </a:xfrm>
          <a:prstGeom prst="roundRect">
            <a:avLst>
              <a:gd name="adj" fmla="val 385543"/>
            </a:avLst>
          </a:prstGeom>
          <a:solidFill>
            <a:srgbClr val="26A688"/>
          </a:solidFill>
          <a:ln/>
        </p:spPr>
        <p:txBody>
          <a:bodyPr/>
          <a:lstStyle/>
          <a:p>
            <a:endParaRPr lang="en-US" sz="1500"/>
          </a:p>
        </p:txBody>
      </p:sp>
      <p:sp>
        <p:nvSpPr>
          <p:cNvPr id="378" name="Shape 375"/>
          <p:cNvSpPr/>
          <p:nvPr/>
        </p:nvSpPr>
        <p:spPr>
          <a:xfrm>
            <a:off x="4464545" y="3988433"/>
            <a:ext cx="98822" cy="98822"/>
          </a:xfrm>
          <a:prstGeom prst="roundRect">
            <a:avLst>
              <a:gd name="adj" fmla="val 385543"/>
            </a:avLst>
          </a:prstGeom>
          <a:solidFill>
            <a:srgbClr val="26A688"/>
          </a:solidFill>
          <a:ln/>
        </p:spPr>
        <p:txBody>
          <a:bodyPr/>
          <a:lstStyle/>
          <a:p>
            <a:endParaRPr lang="en-US" sz="1500"/>
          </a:p>
        </p:txBody>
      </p:sp>
      <p:sp>
        <p:nvSpPr>
          <p:cNvPr id="379" name="Shape 376"/>
          <p:cNvSpPr/>
          <p:nvPr/>
        </p:nvSpPr>
        <p:spPr>
          <a:xfrm>
            <a:off x="4583111" y="3988433"/>
            <a:ext cx="98822" cy="98822"/>
          </a:xfrm>
          <a:prstGeom prst="roundRect">
            <a:avLst>
              <a:gd name="adj" fmla="val 385543"/>
            </a:avLst>
          </a:prstGeom>
          <a:solidFill>
            <a:srgbClr val="26A688"/>
          </a:solidFill>
          <a:ln/>
        </p:spPr>
        <p:txBody>
          <a:bodyPr/>
          <a:lstStyle/>
          <a:p>
            <a:endParaRPr lang="en-US" sz="1500"/>
          </a:p>
        </p:txBody>
      </p:sp>
      <p:sp>
        <p:nvSpPr>
          <p:cNvPr id="380" name="Shape 377"/>
          <p:cNvSpPr/>
          <p:nvPr/>
        </p:nvSpPr>
        <p:spPr>
          <a:xfrm>
            <a:off x="4701678" y="3988433"/>
            <a:ext cx="98822" cy="98822"/>
          </a:xfrm>
          <a:prstGeom prst="roundRect">
            <a:avLst>
              <a:gd name="adj" fmla="val 385543"/>
            </a:avLst>
          </a:prstGeom>
          <a:solidFill>
            <a:srgbClr val="26A688"/>
          </a:solidFill>
          <a:ln/>
        </p:spPr>
        <p:txBody>
          <a:bodyPr/>
          <a:lstStyle/>
          <a:p>
            <a:endParaRPr lang="en-US" sz="1500"/>
          </a:p>
        </p:txBody>
      </p:sp>
      <p:sp>
        <p:nvSpPr>
          <p:cNvPr id="381" name="Shape 378"/>
          <p:cNvSpPr/>
          <p:nvPr/>
        </p:nvSpPr>
        <p:spPr>
          <a:xfrm>
            <a:off x="4820244" y="3988433"/>
            <a:ext cx="98822" cy="98822"/>
          </a:xfrm>
          <a:prstGeom prst="roundRect">
            <a:avLst>
              <a:gd name="adj" fmla="val 385543"/>
            </a:avLst>
          </a:prstGeom>
          <a:solidFill>
            <a:srgbClr val="26A688"/>
          </a:solidFill>
          <a:ln/>
        </p:spPr>
        <p:txBody>
          <a:bodyPr/>
          <a:lstStyle/>
          <a:p>
            <a:endParaRPr lang="en-US" sz="1500"/>
          </a:p>
        </p:txBody>
      </p:sp>
      <p:sp>
        <p:nvSpPr>
          <p:cNvPr id="382" name="Shape 379"/>
          <p:cNvSpPr/>
          <p:nvPr/>
        </p:nvSpPr>
        <p:spPr>
          <a:xfrm>
            <a:off x="4938811" y="3988433"/>
            <a:ext cx="98822" cy="98822"/>
          </a:xfrm>
          <a:prstGeom prst="roundRect">
            <a:avLst>
              <a:gd name="adj" fmla="val 385543"/>
            </a:avLst>
          </a:prstGeom>
          <a:solidFill>
            <a:srgbClr val="26A688"/>
          </a:solidFill>
          <a:ln/>
        </p:spPr>
        <p:txBody>
          <a:bodyPr/>
          <a:lstStyle/>
          <a:p>
            <a:endParaRPr lang="en-US" sz="1500"/>
          </a:p>
        </p:txBody>
      </p:sp>
      <p:sp>
        <p:nvSpPr>
          <p:cNvPr id="383" name="Shape 380"/>
          <p:cNvSpPr/>
          <p:nvPr/>
        </p:nvSpPr>
        <p:spPr>
          <a:xfrm>
            <a:off x="3871713" y="4106999"/>
            <a:ext cx="98822" cy="98822"/>
          </a:xfrm>
          <a:prstGeom prst="roundRect">
            <a:avLst>
              <a:gd name="adj" fmla="val 385543"/>
            </a:avLst>
          </a:prstGeom>
          <a:solidFill>
            <a:srgbClr val="26A688"/>
          </a:solidFill>
          <a:ln/>
        </p:spPr>
        <p:txBody>
          <a:bodyPr/>
          <a:lstStyle/>
          <a:p>
            <a:endParaRPr lang="en-US" sz="1500"/>
          </a:p>
        </p:txBody>
      </p:sp>
      <p:sp>
        <p:nvSpPr>
          <p:cNvPr id="384" name="Shape 381"/>
          <p:cNvSpPr/>
          <p:nvPr/>
        </p:nvSpPr>
        <p:spPr>
          <a:xfrm>
            <a:off x="3990280" y="4106999"/>
            <a:ext cx="98822" cy="98822"/>
          </a:xfrm>
          <a:prstGeom prst="roundRect">
            <a:avLst>
              <a:gd name="adj" fmla="val 385543"/>
            </a:avLst>
          </a:prstGeom>
          <a:solidFill>
            <a:srgbClr val="26A688"/>
          </a:solidFill>
          <a:ln/>
        </p:spPr>
        <p:txBody>
          <a:bodyPr/>
          <a:lstStyle/>
          <a:p>
            <a:endParaRPr lang="en-US" sz="1500"/>
          </a:p>
        </p:txBody>
      </p:sp>
      <p:sp>
        <p:nvSpPr>
          <p:cNvPr id="385" name="Shape 382"/>
          <p:cNvSpPr/>
          <p:nvPr/>
        </p:nvSpPr>
        <p:spPr>
          <a:xfrm>
            <a:off x="4108846" y="4106999"/>
            <a:ext cx="98822" cy="98822"/>
          </a:xfrm>
          <a:prstGeom prst="roundRect">
            <a:avLst>
              <a:gd name="adj" fmla="val 385543"/>
            </a:avLst>
          </a:prstGeom>
          <a:solidFill>
            <a:srgbClr val="26A688"/>
          </a:solidFill>
          <a:ln/>
        </p:spPr>
        <p:txBody>
          <a:bodyPr/>
          <a:lstStyle/>
          <a:p>
            <a:endParaRPr lang="en-US" sz="1500"/>
          </a:p>
        </p:txBody>
      </p:sp>
      <p:sp>
        <p:nvSpPr>
          <p:cNvPr id="386" name="Shape 383"/>
          <p:cNvSpPr/>
          <p:nvPr/>
        </p:nvSpPr>
        <p:spPr>
          <a:xfrm>
            <a:off x="4227412" y="4106999"/>
            <a:ext cx="98822" cy="98822"/>
          </a:xfrm>
          <a:prstGeom prst="roundRect">
            <a:avLst>
              <a:gd name="adj" fmla="val 385543"/>
            </a:avLst>
          </a:prstGeom>
          <a:solidFill>
            <a:srgbClr val="26A688"/>
          </a:solidFill>
          <a:ln/>
        </p:spPr>
        <p:txBody>
          <a:bodyPr/>
          <a:lstStyle/>
          <a:p>
            <a:endParaRPr lang="en-US" sz="1500"/>
          </a:p>
        </p:txBody>
      </p:sp>
      <p:sp>
        <p:nvSpPr>
          <p:cNvPr id="387" name="Shape 384"/>
          <p:cNvSpPr/>
          <p:nvPr/>
        </p:nvSpPr>
        <p:spPr>
          <a:xfrm>
            <a:off x="4345979" y="4106999"/>
            <a:ext cx="98822" cy="98822"/>
          </a:xfrm>
          <a:prstGeom prst="roundRect">
            <a:avLst>
              <a:gd name="adj" fmla="val 385543"/>
            </a:avLst>
          </a:prstGeom>
          <a:solidFill>
            <a:srgbClr val="26A688"/>
          </a:solidFill>
          <a:ln/>
        </p:spPr>
        <p:txBody>
          <a:bodyPr/>
          <a:lstStyle/>
          <a:p>
            <a:endParaRPr lang="en-US" sz="1500"/>
          </a:p>
        </p:txBody>
      </p:sp>
      <p:sp>
        <p:nvSpPr>
          <p:cNvPr id="388" name="Shape 385"/>
          <p:cNvSpPr/>
          <p:nvPr/>
        </p:nvSpPr>
        <p:spPr>
          <a:xfrm>
            <a:off x="4464545" y="4106999"/>
            <a:ext cx="98822" cy="98822"/>
          </a:xfrm>
          <a:prstGeom prst="roundRect">
            <a:avLst>
              <a:gd name="adj" fmla="val 385543"/>
            </a:avLst>
          </a:prstGeom>
          <a:solidFill>
            <a:srgbClr val="26A688"/>
          </a:solidFill>
          <a:ln/>
        </p:spPr>
        <p:txBody>
          <a:bodyPr/>
          <a:lstStyle/>
          <a:p>
            <a:endParaRPr lang="en-US" sz="1500"/>
          </a:p>
        </p:txBody>
      </p:sp>
      <p:sp>
        <p:nvSpPr>
          <p:cNvPr id="389" name="Shape 386"/>
          <p:cNvSpPr/>
          <p:nvPr/>
        </p:nvSpPr>
        <p:spPr>
          <a:xfrm>
            <a:off x="4583111" y="4106999"/>
            <a:ext cx="98822" cy="98822"/>
          </a:xfrm>
          <a:prstGeom prst="roundRect">
            <a:avLst>
              <a:gd name="adj" fmla="val 385543"/>
            </a:avLst>
          </a:prstGeom>
          <a:solidFill>
            <a:srgbClr val="26A688"/>
          </a:solidFill>
          <a:ln/>
        </p:spPr>
        <p:txBody>
          <a:bodyPr/>
          <a:lstStyle/>
          <a:p>
            <a:endParaRPr lang="en-US" sz="1500"/>
          </a:p>
        </p:txBody>
      </p:sp>
      <p:sp>
        <p:nvSpPr>
          <p:cNvPr id="390" name="Shape 387"/>
          <p:cNvSpPr/>
          <p:nvPr/>
        </p:nvSpPr>
        <p:spPr>
          <a:xfrm>
            <a:off x="4701678" y="4106999"/>
            <a:ext cx="98822" cy="98822"/>
          </a:xfrm>
          <a:prstGeom prst="roundRect">
            <a:avLst>
              <a:gd name="adj" fmla="val 385543"/>
            </a:avLst>
          </a:prstGeom>
          <a:solidFill>
            <a:srgbClr val="26A688"/>
          </a:solidFill>
          <a:ln/>
        </p:spPr>
        <p:txBody>
          <a:bodyPr/>
          <a:lstStyle/>
          <a:p>
            <a:endParaRPr lang="en-US" sz="1500"/>
          </a:p>
        </p:txBody>
      </p:sp>
      <p:sp>
        <p:nvSpPr>
          <p:cNvPr id="391" name="Shape 388"/>
          <p:cNvSpPr/>
          <p:nvPr/>
        </p:nvSpPr>
        <p:spPr>
          <a:xfrm>
            <a:off x="4820244" y="4106999"/>
            <a:ext cx="98822" cy="98822"/>
          </a:xfrm>
          <a:prstGeom prst="roundRect">
            <a:avLst>
              <a:gd name="adj" fmla="val 385543"/>
            </a:avLst>
          </a:prstGeom>
          <a:solidFill>
            <a:srgbClr val="26A688"/>
          </a:solidFill>
          <a:ln/>
        </p:spPr>
        <p:txBody>
          <a:bodyPr/>
          <a:lstStyle/>
          <a:p>
            <a:endParaRPr lang="en-US" sz="1500"/>
          </a:p>
        </p:txBody>
      </p:sp>
      <p:sp>
        <p:nvSpPr>
          <p:cNvPr id="392" name="Shape 389"/>
          <p:cNvSpPr/>
          <p:nvPr/>
        </p:nvSpPr>
        <p:spPr>
          <a:xfrm>
            <a:off x="4938811" y="4106999"/>
            <a:ext cx="98822" cy="98822"/>
          </a:xfrm>
          <a:prstGeom prst="roundRect">
            <a:avLst>
              <a:gd name="adj" fmla="val 385543"/>
            </a:avLst>
          </a:prstGeom>
          <a:solidFill>
            <a:srgbClr val="26A688"/>
          </a:solidFill>
          <a:ln/>
        </p:spPr>
        <p:txBody>
          <a:bodyPr/>
          <a:lstStyle/>
          <a:p>
            <a:endParaRPr lang="en-US" sz="1500"/>
          </a:p>
        </p:txBody>
      </p:sp>
      <p:sp>
        <p:nvSpPr>
          <p:cNvPr id="393" name="Shape 390"/>
          <p:cNvSpPr/>
          <p:nvPr/>
        </p:nvSpPr>
        <p:spPr>
          <a:xfrm>
            <a:off x="3871713" y="4225565"/>
            <a:ext cx="98822" cy="98822"/>
          </a:xfrm>
          <a:prstGeom prst="roundRect">
            <a:avLst>
              <a:gd name="adj" fmla="val 385543"/>
            </a:avLst>
          </a:prstGeom>
          <a:solidFill>
            <a:srgbClr val="26A688"/>
          </a:solidFill>
          <a:ln/>
        </p:spPr>
        <p:txBody>
          <a:bodyPr/>
          <a:lstStyle/>
          <a:p>
            <a:endParaRPr lang="en-US" sz="1500"/>
          </a:p>
        </p:txBody>
      </p:sp>
      <p:sp>
        <p:nvSpPr>
          <p:cNvPr id="394" name="Shape 391"/>
          <p:cNvSpPr/>
          <p:nvPr/>
        </p:nvSpPr>
        <p:spPr>
          <a:xfrm>
            <a:off x="3990280" y="4225565"/>
            <a:ext cx="98822" cy="98822"/>
          </a:xfrm>
          <a:prstGeom prst="roundRect">
            <a:avLst>
              <a:gd name="adj" fmla="val 385543"/>
            </a:avLst>
          </a:prstGeom>
          <a:solidFill>
            <a:srgbClr val="26A688"/>
          </a:solidFill>
          <a:ln/>
        </p:spPr>
        <p:txBody>
          <a:bodyPr/>
          <a:lstStyle/>
          <a:p>
            <a:endParaRPr lang="en-US" sz="1500"/>
          </a:p>
        </p:txBody>
      </p:sp>
      <p:sp>
        <p:nvSpPr>
          <p:cNvPr id="395" name="Shape 392"/>
          <p:cNvSpPr/>
          <p:nvPr/>
        </p:nvSpPr>
        <p:spPr>
          <a:xfrm>
            <a:off x="4108846" y="4225565"/>
            <a:ext cx="98822" cy="98822"/>
          </a:xfrm>
          <a:prstGeom prst="roundRect">
            <a:avLst>
              <a:gd name="adj" fmla="val 385543"/>
            </a:avLst>
          </a:prstGeom>
          <a:solidFill>
            <a:srgbClr val="26A688"/>
          </a:solidFill>
          <a:ln/>
        </p:spPr>
        <p:txBody>
          <a:bodyPr/>
          <a:lstStyle/>
          <a:p>
            <a:endParaRPr lang="en-US" sz="1500"/>
          </a:p>
        </p:txBody>
      </p:sp>
      <p:sp>
        <p:nvSpPr>
          <p:cNvPr id="396" name="Shape 393"/>
          <p:cNvSpPr/>
          <p:nvPr/>
        </p:nvSpPr>
        <p:spPr>
          <a:xfrm>
            <a:off x="4227412" y="4225565"/>
            <a:ext cx="98822" cy="98822"/>
          </a:xfrm>
          <a:prstGeom prst="roundRect">
            <a:avLst>
              <a:gd name="adj" fmla="val 385543"/>
            </a:avLst>
          </a:prstGeom>
          <a:solidFill>
            <a:srgbClr val="26A688"/>
          </a:solidFill>
          <a:ln/>
        </p:spPr>
        <p:txBody>
          <a:bodyPr/>
          <a:lstStyle/>
          <a:p>
            <a:endParaRPr lang="en-US" sz="1500"/>
          </a:p>
        </p:txBody>
      </p:sp>
      <p:sp>
        <p:nvSpPr>
          <p:cNvPr id="397" name="Shape 394"/>
          <p:cNvSpPr/>
          <p:nvPr/>
        </p:nvSpPr>
        <p:spPr>
          <a:xfrm>
            <a:off x="4345979" y="4225565"/>
            <a:ext cx="98822" cy="98822"/>
          </a:xfrm>
          <a:prstGeom prst="roundRect">
            <a:avLst>
              <a:gd name="adj" fmla="val 385543"/>
            </a:avLst>
          </a:prstGeom>
          <a:solidFill>
            <a:srgbClr val="26A688"/>
          </a:solidFill>
          <a:ln/>
        </p:spPr>
        <p:txBody>
          <a:bodyPr/>
          <a:lstStyle/>
          <a:p>
            <a:endParaRPr lang="en-US" sz="1500"/>
          </a:p>
        </p:txBody>
      </p:sp>
      <p:sp>
        <p:nvSpPr>
          <p:cNvPr id="398" name="Shape 395"/>
          <p:cNvSpPr/>
          <p:nvPr/>
        </p:nvSpPr>
        <p:spPr>
          <a:xfrm>
            <a:off x="4464545" y="4225565"/>
            <a:ext cx="98822" cy="98822"/>
          </a:xfrm>
          <a:prstGeom prst="roundRect">
            <a:avLst>
              <a:gd name="adj" fmla="val 385543"/>
            </a:avLst>
          </a:prstGeom>
          <a:solidFill>
            <a:srgbClr val="26A688"/>
          </a:solidFill>
          <a:ln/>
        </p:spPr>
        <p:txBody>
          <a:bodyPr/>
          <a:lstStyle/>
          <a:p>
            <a:endParaRPr lang="en-US" sz="1500"/>
          </a:p>
        </p:txBody>
      </p:sp>
      <p:sp>
        <p:nvSpPr>
          <p:cNvPr id="399" name="Shape 396"/>
          <p:cNvSpPr/>
          <p:nvPr/>
        </p:nvSpPr>
        <p:spPr>
          <a:xfrm>
            <a:off x="4583111" y="4225565"/>
            <a:ext cx="98822" cy="98822"/>
          </a:xfrm>
          <a:prstGeom prst="roundRect">
            <a:avLst>
              <a:gd name="adj" fmla="val 385543"/>
            </a:avLst>
          </a:prstGeom>
          <a:solidFill>
            <a:srgbClr val="26A688"/>
          </a:solidFill>
          <a:ln/>
        </p:spPr>
        <p:txBody>
          <a:bodyPr/>
          <a:lstStyle/>
          <a:p>
            <a:endParaRPr lang="en-US" sz="1500"/>
          </a:p>
        </p:txBody>
      </p:sp>
      <p:sp>
        <p:nvSpPr>
          <p:cNvPr id="400" name="Shape 397"/>
          <p:cNvSpPr/>
          <p:nvPr/>
        </p:nvSpPr>
        <p:spPr>
          <a:xfrm>
            <a:off x="4701678" y="4225565"/>
            <a:ext cx="98822" cy="98822"/>
          </a:xfrm>
          <a:prstGeom prst="roundRect">
            <a:avLst>
              <a:gd name="adj" fmla="val 385543"/>
            </a:avLst>
          </a:prstGeom>
          <a:solidFill>
            <a:srgbClr val="26A688"/>
          </a:solidFill>
          <a:ln/>
        </p:spPr>
        <p:txBody>
          <a:bodyPr/>
          <a:lstStyle/>
          <a:p>
            <a:endParaRPr lang="en-US" sz="1500"/>
          </a:p>
        </p:txBody>
      </p:sp>
      <p:sp>
        <p:nvSpPr>
          <p:cNvPr id="401" name="Shape 398"/>
          <p:cNvSpPr/>
          <p:nvPr/>
        </p:nvSpPr>
        <p:spPr>
          <a:xfrm>
            <a:off x="4820244" y="4225565"/>
            <a:ext cx="98822" cy="98822"/>
          </a:xfrm>
          <a:prstGeom prst="roundRect">
            <a:avLst>
              <a:gd name="adj" fmla="val 385543"/>
            </a:avLst>
          </a:prstGeom>
          <a:solidFill>
            <a:srgbClr val="26A688"/>
          </a:solidFill>
          <a:ln/>
        </p:spPr>
        <p:txBody>
          <a:bodyPr/>
          <a:lstStyle/>
          <a:p>
            <a:endParaRPr lang="en-US" sz="1500"/>
          </a:p>
        </p:txBody>
      </p:sp>
      <p:sp>
        <p:nvSpPr>
          <p:cNvPr id="402" name="Shape 399"/>
          <p:cNvSpPr/>
          <p:nvPr/>
        </p:nvSpPr>
        <p:spPr>
          <a:xfrm>
            <a:off x="4938811" y="4225565"/>
            <a:ext cx="98822" cy="98822"/>
          </a:xfrm>
          <a:prstGeom prst="roundRect">
            <a:avLst>
              <a:gd name="adj" fmla="val 385543"/>
            </a:avLst>
          </a:prstGeom>
          <a:solidFill>
            <a:srgbClr val="26A688"/>
          </a:solidFill>
          <a:ln/>
        </p:spPr>
        <p:txBody>
          <a:bodyPr/>
          <a:lstStyle/>
          <a:p>
            <a:endParaRPr lang="en-US" sz="1500"/>
          </a:p>
        </p:txBody>
      </p:sp>
      <p:sp>
        <p:nvSpPr>
          <p:cNvPr id="403" name="Shape 400"/>
          <p:cNvSpPr/>
          <p:nvPr/>
        </p:nvSpPr>
        <p:spPr>
          <a:xfrm>
            <a:off x="3871713" y="4344132"/>
            <a:ext cx="98822" cy="98822"/>
          </a:xfrm>
          <a:prstGeom prst="roundRect">
            <a:avLst>
              <a:gd name="adj" fmla="val 385543"/>
            </a:avLst>
          </a:prstGeom>
          <a:solidFill>
            <a:srgbClr val="26A688"/>
          </a:solidFill>
          <a:ln/>
        </p:spPr>
        <p:txBody>
          <a:bodyPr/>
          <a:lstStyle/>
          <a:p>
            <a:endParaRPr lang="en-US" sz="1500"/>
          </a:p>
        </p:txBody>
      </p:sp>
      <p:sp>
        <p:nvSpPr>
          <p:cNvPr id="404" name="Shape 401"/>
          <p:cNvSpPr/>
          <p:nvPr/>
        </p:nvSpPr>
        <p:spPr>
          <a:xfrm>
            <a:off x="3990280" y="4344132"/>
            <a:ext cx="98822" cy="98822"/>
          </a:xfrm>
          <a:prstGeom prst="roundRect">
            <a:avLst>
              <a:gd name="adj" fmla="val 385543"/>
            </a:avLst>
          </a:prstGeom>
          <a:solidFill>
            <a:srgbClr val="26A688"/>
          </a:solidFill>
          <a:ln/>
        </p:spPr>
        <p:txBody>
          <a:bodyPr/>
          <a:lstStyle/>
          <a:p>
            <a:endParaRPr lang="en-US" sz="1500"/>
          </a:p>
        </p:txBody>
      </p:sp>
      <p:sp>
        <p:nvSpPr>
          <p:cNvPr id="405" name="Shape 402"/>
          <p:cNvSpPr/>
          <p:nvPr/>
        </p:nvSpPr>
        <p:spPr>
          <a:xfrm>
            <a:off x="4108846" y="4344132"/>
            <a:ext cx="98822" cy="98822"/>
          </a:xfrm>
          <a:prstGeom prst="roundRect">
            <a:avLst>
              <a:gd name="adj" fmla="val 385543"/>
            </a:avLst>
          </a:prstGeom>
          <a:solidFill>
            <a:srgbClr val="26A688"/>
          </a:solidFill>
          <a:ln/>
        </p:spPr>
        <p:txBody>
          <a:bodyPr/>
          <a:lstStyle/>
          <a:p>
            <a:endParaRPr lang="en-US" sz="1500"/>
          </a:p>
        </p:txBody>
      </p:sp>
      <p:sp>
        <p:nvSpPr>
          <p:cNvPr id="406" name="Shape 403"/>
          <p:cNvSpPr/>
          <p:nvPr/>
        </p:nvSpPr>
        <p:spPr>
          <a:xfrm>
            <a:off x="4227412" y="4344132"/>
            <a:ext cx="98822" cy="98822"/>
          </a:xfrm>
          <a:prstGeom prst="roundRect">
            <a:avLst>
              <a:gd name="adj" fmla="val 385543"/>
            </a:avLst>
          </a:prstGeom>
          <a:solidFill>
            <a:srgbClr val="26A688"/>
          </a:solidFill>
          <a:ln/>
        </p:spPr>
        <p:txBody>
          <a:bodyPr/>
          <a:lstStyle/>
          <a:p>
            <a:endParaRPr lang="en-US" sz="1500"/>
          </a:p>
        </p:txBody>
      </p:sp>
      <p:sp>
        <p:nvSpPr>
          <p:cNvPr id="407" name="Shape 404"/>
          <p:cNvSpPr/>
          <p:nvPr/>
        </p:nvSpPr>
        <p:spPr>
          <a:xfrm>
            <a:off x="4345979" y="4344132"/>
            <a:ext cx="98822" cy="98822"/>
          </a:xfrm>
          <a:prstGeom prst="roundRect">
            <a:avLst>
              <a:gd name="adj" fmla="val 385543"/>
            </a:avLst>
          </a:prstGeom>
          <a:solidFill>
            <a:srgbClr val="26A688"/>
          </a:solidFill>
          <a:ln/>
        </p:spPr>
        <p:txBody>
          <a:bodyPr/>
          <a:lstStyle/>
          <a:p>
            <a:endParaRPr lang="en-US" sz="1500"/>
          </a:p>
        </p:txBody>
      </p:sp>
      <p:sp>
        <p:nvSpPr>
          <p:cNvPr id="408" name="Shape 405"/>
          <p:cNvSpPr/>
          <p:nvPr/>
        </p:nvSpPr>
        <p:spPr>
          <a:xfrm>
            <a:off x="4464545" y="4344132"/>
            <a:ext cx="98822" cy="98822"/>
          </a:xfrm>
          <a:prstGeom prst="roundRect">
            <a:avLst>
              <a:gd name="adj" fmla="val 385543"/>
            </a:avLst>
          </a:prstGeom>
          <a:solidFill>
            <a:srgbClr val="26A688"/>
          </a:solidFill>
          <a:ln/>
        </p:spPr>
        <p:txBody>
          <a:bodyPr/>
          <a:lstStyle/>
          <a:p>
            <a:endParaRPr lang="en-US" sz="1500"/>
          </a:p>
        </p:txBody>
      </p:sp>
      <p:sp>
        <p:nvSpPr>
          <p:cNvPr id="409" name="Shape 406"/>
          <p:cNvSpPr/>
          <p:nvPr/>
        </p:nvSpPr>
        <p:spPr>
          <a:xfrm>
            <a:off x="4583111" y="4344132"/>
            <a:ext cx="98822" cy="98822"/>
          </a:xfrm>
          <a:prstGeom prst="roundRect">
            <a:avLst>
              <a:gd name="adj" fmla="val 385543"/>
            </a:avLst>
          </a:prstGeom>
          <a:solidFill>
            <a:srgbClr val="26A688"/>
          </a:solidFill>
          <a:ln/>
        </p:spPr>
        <p:txBody>
          <a:bodyPr/>
          <a:lstStyle/>
          <a:p>
            <a:endParaRPr lang="en-US" sz="1500"/>
          </a:p>
        </p:txBody>
      </p:sp>
      <p:sp>
        <p:nvSpPr>
          <p:cNvPr id="410" name="Shape 407"/>
          <p:cNvSpPr/>
          <p:nvPr/>
        </p:nvSpPr>
        <p:spPr>
          <a:xfrm>
            <a:off x="4701678" y="4344132"/>
            <a:ext cx="98822" cy="98822"/>
          </a:xfrm>
          <a:prstGeom prst="roundRect">
            <a:avLst>
              <a:gd name="adj" fmla="val 385543"/>
            </a:avLst>
          </a:prstGeom>
          <a:solidFill>
            <a:srgbClr val="26A688"/>
          </a:solidFill>
          <a:ln/>
        </p:spPr>
        <p:txBody>
          <a:bodyPr/>
          <a:lstStyle/>
          <a:p>
            <a:endParaRPr lang="en-US" sz="1500"/>
          </a:p>
        </p:txBody>
      </p:sp>
      <p:sp>
        <p:nvSpPr>
          <p:cNvPr id="411" name="Shape 408"/>
          <p:cNvSpPr/>
          <p:nvPr/>
        </p:nvSpPr>
        <p:spPr>
          <a:xfrm>
            <a:off x="4820244" y="4344132"/>
            <a:ext cx="98822" cy="98822"/>
          </a:xfrm>
          <a:prstGeom prst="roundRect">
            <a:avLst>
              <a:gd name="adj" fmla="val 385543"/>
            </a:avLst>
          </a:prstGeom>
          <a:solidFill>
            <a:srgbClr val="26A688"/>
          </a:solidFill>
          <a:ln/>
        </p:spPr>
        <p:txBody>
          <a:bodyPr/>
          <a:lstStyle/>
          <a:p>
            <a:endParaRPr lang="en-US" sz="1500"/>
          </a:p>
        </p:txBody>
      </p:sp>
      <p:sp>
        <p:nvSpPr>
          <p:cNvPr id="412" name="Shape 409"/>
          <p:cNvSpPr/>
          <p:nvPr/>
        </p:nvSpPr>
        <p:spPr>
          <a:xfrm>
            <a:off x="4938811" y="4344132"/>
            <a:ext cx="98822" cy="98822"/>
          </a:xfrm>
          <a:prstGeom prst="roundRect">
            <a:avLst>
              <a:gd name="adj" fmla="val 385543"/>
            </a:avLst>
          </a:prstGeom>
          <a:solidFill>
            <a:srgbClr val="26A688"/>
          </a:solidFill>
          <a:ln/>
        </p:spPr>
        <p:txBody>
          <a:bodyPr/>
          <a:lstStyle/>
          <a:p>
            <a:endParaRPr lang="en-US" sz="1500"/>
          </a:p>
        </p:txBody>
      </p:sp>
      <p:sp>
        <p:nvSpPr>
          <p:cNvPr id="413" name="Text 410"/>
          <p:cNvSpPr/>
          <p:nvPr/>
        </p:nvSpPr>
        <p:spPr>
          <a:xfrm>
            <a:off x="3871713" y="4566482"/>
            <a:ext cx="1307108" cy="296664"/>
          </a:xfrm>
          <a:prstGeom prst="rect">
            <a:avLst/>
          </a:prstGeom>
          <a:noFill/>
          <a:ln/>
        </p:spPr>
        <p:txBody>
          <a:bodyPr wrap="none" lIns="0" tIns="0" rIns="0" bIns="0" rtlCol="0" anchor="t"/>
          <a:lstStyle/>
          <a:p>
            <a:pPr>
              <a:lnSpc>
                <a:spcPts val="2333"/>
              </a:lnSpc>
            </a:pPr>
            <a:r>
              <a:rPr lang="en-US" sz="2333" b="1" dirty="0">
                <a:solidFill>
                  <a:srgbClr val="333F70"/>
                </a:solidFill>
                <a:latin typeface="Unbounded Bold" pitchFamily="34" charset="0"/>
                <a:ea typeface="Unbounded Bold" pitchFamily="34" charset="-122"/>
                <a:cs typeface="Unbounded Bold" pitchFamily="34" charset="-120"/>
              </a:rPr>
              <a:t>12,630</a:t>
            </a:r>
            <a:endParaRPr lang="en-US" sz="2333" dirty="0"/>
          </a:p>
        </p:txBody>
      </p:sp>
      <p:sp>
        <p:nvSpPr>
          <p:cNvPr id="414" name="Text 411"/>
          <p:cNvSpPr/>
          <p:nvPr/>
        </p:nvSpPr>
        <p:spPr>
          <a:xfrm>
            <a:off x="3871713" y="5011378"/>
            <a:ext cx="1236167" cy="154483"/>
          </a:xfrm>
          <a:prstGeom prst="rect">
            <a:avLst/>
          </a:prstGeom>
          <a:noFill/>
          <a:ln/>
        </p:spPr>
        <p:txBody>
          <a:bodyPr wrap="none" lIns="0" tIns="0" rIns="0" bIns="0" rtlCol="0" anchor="t"/>
          <a:lstStyle/>
          <a:p>
            <a:pPr>
              <a:lnSpc>
                <a:spcPts val="1208"/>
              </a:lnSpc>
            </a:pPr>
            <a:r>
              <a:rPr lang="en-US" sz="1600" b="1" dirty="0">
                <a:solidFill>
                  <a:srgbClr val="333F70"/>
                </a:solidFill>
                <a:latin typeface="Unbounded Bold" pitchFamily="34" charset="0"/>
                <a:ea typeface="Unbounded Bold" pitchFamily="34" charset="-122"/>
                <a:cs typeface="Unbounded Bold" pitchFamily="34" charset="-120"/>
              </a:rPr>
              <a:t>Testing Images</a:t>
            </a:r>
            <a:endParaRPr lang="en-US" sz="1600" dirty="0"/>
          </a:p>
        </p:txBody>
      </p:sp>
      <p:sp>
        <p:nvSpPr>
          <p:cNvPr id="415" name="Text 412"/>
          <p:cNvSpPr/>
          <p:nvPr/>
        </p:nvSpPr>
        <p:spPr>
          <a:xfrm>
            <a:off x="3871713" y="5214452"/>
            <a:ext cx="3139678" cy="158254"/>
          </a:xfrm>
          <a:prstGeom prst="rect">
            <a:avLst/>
          </a:prstGeom>
          <a:noFill/>
          <a:ln/>
        </p:spPr>
        <p:txBody>
          <a:bodyPr wrap="none" lIns="0" tIns="0" rIns="0" bIns="0" rtlCol="0" anchor="t"/>
          <a:lstStyle/>
          <a:p>
            <a:pPr>
              <a:lnSpc>
                <a:spcPts val="1208"/>
              </a:lnSpc>
            </a:pPr>
            <a:r>
              <a:rPr lang="en-US" sz="1000" dirty="0">
                <a:solidFill>
                  <a:srgbClr val="333F70"/>
                </a:solidFill>
                <a:latin typeface="Open Sans" pitchFamily="34" charset="0"/>
                <a:ea typeface="Open Sans" pitchFamily="34" charset="-122"/>
                <a:cs typeface="Open Sans" pitchFamily="34" charset="-120"/>
              </a:rPr>
              <a:t>Used to evaluate performance</a:t>
            </a:r>
            <a:endParaRPr lang="en-US" sz="1000" dirty="0"/>
          </a:p>
        </p:txBody>
      </p:sp>
      <p:sp>
        <p:nvSpPr>
          <p:cNvPr id="416" name="Text 413"/>
          <p:cNvSpPr/>
          <p:nvPr/>
        </p:nvSpPr>
        <p:spPr>
          <a:xfrm>
            <a:off x="601222" y="5620582"/>
            <a:ext cx="6402784" cy="618132"/>
          </a:xfrm>
          <a:prstGeom prst="rect">
            <a:avLst/>
          </a:prstGeom>
          <a:noFill/>
          <a:ln/>
        </p:spPr>
        <p:txBody>
          <a:bodyPr wrap="none" lIns="0" tIns="0" rIns="0" bIns="0" rtlCol="0" anchor="t"/>
          <a:lstStyle/>
          <a:p>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The GTSRB dataset includes variations in lighting, angles, and backgrounds, </a:t>
            </a:r>
          </a:p>
          <a:p>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making it challenging and realistic for real-world applications.</a:t>
            </a:r>
          </a:p>
          <a:p>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21" name="Picture 420" descr="A collage of a road sign&#10;&#10;AI-generated content may be incorrect.">
            <a:extLst>
              <a:ext uri="{FF2B5EF4-FFF2-40B4-BE49-F238E27FC236}">
                <a16:creationId xmlns:a16="http://schemas.microsoft.com/office/drawing/2014/main" id="{3D7E5F07-BB4C-320E-9AE7-FB343CEA3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0973" y="483323"/>
            <a:ext cx="4941027" cy="52548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6034" y="293093"/>
            <a:ext cx="7508252" cy="398982"/>
          </a:xfrm>
          <a:prstGeom prst="rect">
            <a:avLst/>
          </a:prstGeom>
          <a:noFill/>
          <a:ln/>
        </p:spPr>
        <p:txBody>
          <a:bodyPr wrap="none" lIns="0" tIns="0" rIns="0" bIns="0" rtlCol="0" anchor="t"/>
          <a:lstStyle/>
          <a:p>
            <a:pPr>
              <a:lnSpc>
                <a:spcPts val="2792"/>
              </a:lnSpc>
            </a:pPr>
            <a:r>
              <a:rPr lang="en-US" sz="3200" b="1" dirty="0">
                <a:solidFill>
                  <a:srgbClr val="333F70"/>
                </a:solidFill>
                <a:latin typeface="Unbounded Bold" pitchFamily="34" charset="0"/>
                <a:ea typeface="Unbounded Bold" pitchFamily="34" charset="-122"/>
                <a:cs typeface="Unbounded Bold" pitchFamily="34" charset="-120"/>
              </a:rPr>
              <a:t>Data Analysis – Data and Preprocessing Basics</a:t>
            </a:r>
            <a:endParaRPr lang="en-US" sz="3200" dirty="0"/>
          </a:p>
        </p:txBody>
      </p:sp>
      <p:sp>
        <p:nvSpPr>
          <p:cNvPr id="4" name="Text 2"/>
          <p:cNvSpPr/>
          <p:nvPr/>
        </p:nvSpPr>
        <p:spPr>
          <a:xfrm>
            <a:off x="649783" y="1125463"/>
            <a:ext cx="10508997" cy="4759522"/>
          </a:xfrm>
          <a:prstGeom prst="rect">
            <a:avLst/>
          </a:prstGeom>
          <a:noFill/>
          <a:ln/>
        </p:spPr>
        <p:txBody>
          <a:bodyPr wrap="square" lIns="0" tIns="0" rIns="0" bIns="0" rtlCol="0" anchor="t"/>
          <a:lstStyle/>
          <a:p>
            <a:pPr>
              <a:lnSpc>
                <a:spcPts val="1417"/>
              </a:lnSpc>
              <a:buSzPct val="100000"/>
            </a:pP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58CEC8D9-41E2-C755-34E2-7C269ED42DE9}"/>
              </a:ext>
            </a:extLst>
          </p:cNvPr>
          <p:cNvSpPr txBox="1"/>
          <p:nvPr/>
        </p:nvSpPr>
        <p:spPr>
          <a:xfrm>
            <a:off x="649784" y="973015"/>
            <a:ext cx="10892434" cy="4708981"/>
          </a:xfrm>
          <a:prstGeom prst="rect">
            <a:avLst/>
          </a:prstGeom>
          <a:noFill/>
        </p:spPr>
        <p:txBody>
          <a:bodyPr wrap="square" rtlCol="0">
            <a:spAutoFit/>
          </a:bodyPr>
          <a:lstStyle/>
          <a:p>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Dataset</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GTSRB:</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43 classes,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51,839</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RGB images (Train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39,209</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Test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12,630</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Real-world variation: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scale</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blur</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illumination</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occlusion</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background clutter</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Loaded via </a:t>
            </a:r>
            <a:r>
              <a:rPr lang="en-IN" sz="20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torchvision.datasets.GTSRB</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342900" indent="-342900">
              <a:buFont typeface="Arial" panose="020B0604020202020204" pitchFamily="34" charset="0"/>
              <a:buChar char="•"/>
            </a:pP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Splits &amp; Sampling</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Stratified 80/20</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split from train →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validation</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(preserve class ratios)</a:t>
            </a: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Train only:</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class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oversampling</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to mitigate imbalance</a:t>
            </a:r>
            <a:b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2000" i="1" dirty="0">
                <a:solidFill>
                  <a:schemeClr val="tx2"/>
                </a:solidFill>
                <a:latin typeface="Open Sans" panose="020B0606030504020204" pitchFamily="34" charset="0"/>
                <a:ea typeface="Open Sans" panose="020B0606030504020204" pitchFamily="34" charset="0"/>
                <a:cs typeface="Open Sans" panose="020B0606030504020204" pitchFamily="34" charset="0"/>
              </a:rPr>
              <a:t>(no oversampling in </a:t>
            </a:r>
            <a:r>
              <a:rPr lang="en-IN" sz="2000" i="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val</a:t>
            </a:r>
            <a:r>
              <a:rPr lang="en-IN" sz="2000" i="1" dirty="0">
                <a:solidFill>
                  <a:schemeClr val="tx2"/>
                </a:solidFill>
                <a:latin typeface="Open Sans" panose="020B0606030504020204" pitchFamily="34" charset="0"/>
                <a:ea typeface="Open Sans" panose="020B0606030504020204" pitchFamily="34" charset="0"/>
                <a:cs typeface="Open Sans" panose="020B0606030504020204" pitchFamily="34" charset="0"/>
              </a:rPr>
              <a:t>/test to keep evaluation honest)</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Resizing</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Custom CNN / MLP:</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64×64</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 (transfer):</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224×224</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(ImageNet-compatible)</a:t>
            </a:r>
          </a:p>
          <a:p>
            <a:pPr marL="342900" indent="-342900">
              <a:buFont typeface="Arial" panose="020B0604020202020204" pitchFamily="34" charset="0"/>
              <a:buChar char="•"/>
            </a:pP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Interpolation: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bilinear</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20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antialias</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=True when </a:t>
            </a:r>
            <a:r>
              <a:rPr lang="en-IN" sz="20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downsampling</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E32D-E827-4A06-2AA4-687896A170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3F40FFE-AC26-3708-6155-051F6893B011}"/>
              </a:ext>
            </a:extLst>
          </p:cNvPr>
          <p:cNvSpPr/>
          <p:nvPr/>
        </p:nvSpPr>
        <p:spPr>
          <a:xfrm>
            <a:off x="656034" y="293093"/>
            <a:ext cx="7508252" cy="398982"/>
          </a:xfrm>
          <a:prstGeom prst="rect">
            <a:avLst/>
          </a:prstGeom>
          <a:noFill/>
          <a:ln/>
        </p:spPr>
        <p:txBody>
          <a:bodyPr wrap="none" lIns="0" tIns="0" rIns="0" bIns="0" rtlCol="0" anchor="t"/>
          <a:lstStyle/>
          <a:p>
            <a:pPr>
              <a:lnSpc>
                <a:spcPts val="2792"/>
              </a:lnSpc>
            </a:pPr>
            <a:r>
              <a:rPr lang="en-US" sz="3200" b="1" dirty="0">
                <a:solidFill>
                  <a:srgbClr val="333F70"/>
                </a:solidFill>
                <a:latin typeface="Unbounded Bold" pitchFamily="34" charset="0"/>
                <a:ea typeface="Unbounded Bold" pitchFamily="34" charset="-122"/>
                <a:cs typeface="Unbounded Bold" pitchFamily="34" charset="-120"/>
              </a:rPr>
              <a:t>Data Analysis – Data Augmentation</a:t>
            </a:r>
            <a:endParaRPr lang="en-US" sz="3200" dirty="0"/>
          </a:p>
        </p:txBody>
      </p:sp>
      <p:sp>
        <p:nvSpPr>
          <p:cNvPr id="4" name="Text 2">
            <a:extLst>
              <a:ext uri="{FF2B5EF4-FFF2-40B4-BE49-F238E27FC236}">
                <a16:creationId xmlns:a16="http://schemas.microsoft.com/office/drawing/2014/main" id="{44A9141C-3809-CA5C-7529-10A3DA465757}"/>
              </a:ext>
            </a:extLst>
          </p:cNvPr>
          <p:cNvSpPr/>
          <p:nvPr/>
        </p:nvSpPr>
        <p:spPr>
          <a:xfrm>
            <a:off x="649783" y="1125463"/>
            <a:ext cx="10508997" cy="4759522"/>
          </a:xfrm>
          <a:prstGeom prst="rect">
            <a:avLst/>
          </a:prstGeom>
          <a:noFill/>
          <a:ln/>
        </p:spPr>
        <p:txBody>
          <a:bodyPr wrap="square" lIns="0" tIns="0" rIns="0" bIns="0" rtlCol="0" anchor="t"/>
          <a:lstStyle/>
          <a:p>
            <a:pPr>
              <a:lnSpc>
                <a:spcPts val="1417"/>
              </a:lnSpc>
              <a:buSzPct val="100000"/>
            </a:pP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DB042E0D-24BA-C3B8-934D-34F13AE98CF7}"/>
              </a:ext>
            </a:extLst>
          </p:cNvPr>
          <p:cNvSpPr txBox="1"/>
          <p:nvPr/>
        </p:nvSpPr>
        <p:spPr>
          <a:xfrm>
            <a:off x="649783" y="692075"/>
            <a:ext cx="10892434" cy="5016758"/>
          </a:xfrm>
          <a:prstGeom prst="rect">
            <a:avLst/>
          </a:prstGeom>
          <a:noFill/>
        </p:spPr>
        <p:txBody>
          <a:bodyPr wrap="square" rtlCol="0">
            <a:spAutoFit/>
          </a:bodyPr>
          <a:lstStyle/>
          <a:p>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Normalization (why?)</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Stabilizes training, faster convergence, comparable pixel scales</a:t>
            </a: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64×64 pipeline (GTSRB stats):</a:t>
            </a:r>
            <a:b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mean=[0.3403,0.3121,0.3214], std=[0.2724,0.2608,0.2669]</a:t>
            </a: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 (ImageNet stats):</a:t>
            </a:r>
            <a:b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mean=[0.485,0.456,0.406], std=[0.229,0.224,0.225]</a:t>
            </a:r>
          </a:p>
          <a:p>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Augmentation (train only)</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Geometric:</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rotations (±15°), translation (≤10%), shear (±10%), scale (0.9–1.1)</a:t>
            </a:r>
          </a:p>
          <a:p>
            <a:pPr marL="342900" indent="-342900">
              <a:buFont typeface="Arial" panose="020B0604020202020204" pitchFamily="34" charset="0"/>
              <a:buChar char="•"/>
            </a:pPr>
            <a:r>
              <a:rPr lang="en-IN" sz="20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jitter (brightness/contrast/saturation ±20%, hue ±0.02)</a:t>
            </a:r>
          </a:p>
          <a:p>
            <a:pPr marL="342900" indent="-342900">
              <a:buFont typeface="Arial" panose="020B0604020202020204" pitchFamily="34" charset="0"/>
              <a:buChar char="•"/>
            </a:pP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Goal: mimic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real driving </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variation without destroying sign legibility</a:t>
            </a:r>
          </a:p>
          <a:p>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Sanity Checks (EDA)</a:t>
            </a:r>
            <a:endPar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Class frequency</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bar chart → confirms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imbalance</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(min vs max counts)</a:t>
            </a:r>
          </a:p>
          <a:p>
            <a:pPr marL="342900" indent="-342900">
              <a:buFont typeface="Arial" panose="020B0604020202020204" pitchFamily="34" charset="0"/>
              <a:buChar char="•"/>
            </a:pP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One sample per class</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grid → quick visual audit of variety/quality</a:t>
            </a:r>
          </a:p>
          <a:p>
            <a:pPr marL="342900" indent="-342900">
              <a:buFont typeface="Arial" panose="020B0604020202020204" pitchFamily="34" charset="0"/>
              <a:buChar char="•"/>
            </a:pP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Verified: all labels in </a:t>
            </a:r>
            <a:r>
              <a:rPr lang="en-IN" sz="2000" b="1" dirty="0">
                <a:solidFill>
                  <a:schemeClr val="tx2"/>
                </a:solidFill>
                <a:latin typeface="Open Sans" panose="020B0606030504020204" pitchFamily="34" charset="0"/>
                <a:ea typeface="Open Sans" panose="020B0606030504020204" pitchFamily="34" charset="0"/>
                <a:cs typeface="Open Sans" panose="020B0606030504020204" pitchFamily="34" charset="0"/>
              </a:rPr>
              <a:t>[0, 42]</a:t>
            </a:r>
            <a:r>
              <a:rPr lang="en-IN" sz="2000" dirty="0">
                <a:solidFill>
                  <a:schemeClr val="tx2"/>
                </a:solidFill>
                <a:latin typeface="Open Sans" panose="020B0606030504020204" pitchFamily="34" charset="0"/>
                <a:ea typeface="Open Sans" panose="020B0606030504020204" pitchFamily="34" charset="0"/>
                <a:cs typeface="Open Sans" panose="020B0606030504020204" pitchFamily="34" charset="0"/>
              </a:rPr>
              <a:t>, no missing classes in splits</a:t>
            </a:r>
          </a:p>
        </p:txBody>
      </p:sp>
    </p:spTree>
    <p:extLst>
      <p:ext uri="{BB962C8B-B14F-4D97-AF65-F5344CB8AC3E}">
        <p14:creationId xmlns:p14="http://schemas.microsoft.com/office/powerpoint/2010/main" val="408647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10988"/>
            <a:ext cx="2894409" cy="361752"/>
          </a:xfrm>
          <a:prstGeom prst="rect">
            <a:avLst/>
          </a:prstGeom>
          <a:noFill/>
          <a:ln/>
        </p:spPr>
        <p:txBody>
          <a:bodyPr wrap="none" lIns="0" tIns="0" rIns="0" bIns="0" rtlCol="0" anchor="t"/>
          <a:lstStyle/>
          <a:p>
            <a:pPr>
              <a:lnSpc>
                <a:spcPts val="2833"/>
              </a:lnSpc>
            </a:pPr>
            <a:r>
              <a:rPr lang="en-US" sz="3200" b="1" dirty="0">
                <a:solidFill>
                  <a:srgbClr val="333F70"/>
                </a:solidFill>
                <a:latin typeface="Unbounded Bold" pitchFamily="34" charset="0"/>
                <a:ea typeface="Unbounded Bold" pitchFamily="34" charset="-122"/>
                <a:cs typeface="Unbounded Bold" pitchFamily="34" charset="-120"/>
              </a:rPr>
              <a:t>Methods</a:t>
            </a:r>
            <a:endParaRPr lang="en-US" sz="3200" dirty="0"/>
          </a:p>
        </p:txBody>
      </p:sp>
      <p:pic>
        <p:nvPicPr>
          <p:cNvPr id="3" name="Image 0" descr="preencoded.png"/>
          <p:cNvPicPr>
            <a:picLocks noChangeAspect="1"/>
          </p:cNvPicPr>
          <p:nvPr/>
        </p:nvPicPr>
        <p:blipFill>
          <a:blip r:embed="rId3"/>
          <a:stretch>
            <a:fillRect/>
          </a:stretch>
        </p:blipFill>
        <p:spPr>
          <a:xfrm>
            <a:off x="661492" y="1024731"/>
            <a:ext cx="3622973" cy="285396"/>
          </a:xfrm>
          <a:prstGeom prst="rect">
            <a:avLst/>
          </a:prstGeom>
        </p:spPr>
      </p:pic>
      <p:sp>
        <p:nvSpPr>
          <p:cNvPr id="4" name="Text 1"/>
          <p:cNvSpPr/>
          <p:nvPr/>
        </p:nvSpPr>
        <p:spPr>
          <a:xfrm>
            <a:off x="777180" y="1386481"/>
            <a:ext cx="1448098" cy="180876"/>
          </a:xfrm>
          <a:prstGeom prst="rect">
            <a:avLst/>
          </a:prstGeom>
          <a:noFill/>
          <a:ln/>
        </p:spPr>
        <p:txBody>
          <a:bodyPr wrap="none" lIns="0" tIns="0" rIns="0" bIns="0" rtlCol="0" anchor="t"/>
          <a:lstStyle/>
          <a:p>
            <a:pPr>
              <a:lnSpc>
                <a:spcPts val="1417"/>
              </a:lnSpc>
            </a:pPr>
            <a:r>
              <a:rPr lang="en-US" sz="1600" b="1" dirty="0">
                <a:solidFill>
                  <a:srgbClr val="333F70"/>
                </a:solidFill>
                <a:latin typeface="Unbounded Bold" pitchFamily="34" charset="0"/>
                <a:ea typeface="Unbounded Bold" pitchFamily="34" charset="-122"/>
                <a:cs typeface="Unbounded Bold" pitchFamily="34" charset="-120"/>
              </a:rPr>
              <a:t>CNN</a:t>
            </a:r>
            <a:endParaRPr lang="en-US" sz="1600" dirty="0"/>
          </a:p>
        </p:txBody>
      </p:sp>
      <p:sp>
        <p:nvSpPr>
          <p:cNvPr id="29" name="TextBox 28">
            <a:extLst>
              <a:ext uri="{FF2B5EF4-FFF2-40B4-BE49-F238E27FC236}">
                <a16:creationId xmlns:a16="http://schemas.microsoft.com/office/drawing/2014/main" id="{B65108A5-17B4-0070-3D5F-701E7E238D51}"/>
              </a:ext>
            </a:extLst>
          </p:cNvPr>
          <p:cNvSpPr txBox="1"/>
          <p:nvPr/>
        </p:nvSpPr>
        <p:spPr>
          <a:xfrm>
            <a:off x="661492" y="1643711"/>
            <a:ext cx="6360020" cy="4339650"/>
          </a:xfrm>
          <a:prstGeom prst="rect">
            <a:avLst/>
          </a:prstGeom>
          <a:noFill/>
        </p:spPr>
        <p:txBody>
          <a:bodyPr wrap="square" rtlCol="0">
            <a:spAutoFit/>
          </a:bodyPr>
          <a:lstStyle/>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Architecture (64×64 input)</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3 ×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Conv Blocks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Conv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BatchNorm</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MaxPool</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 Dropout(0.25)</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Classifier head</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Flatten → Linear(256·8·8→512)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 Dropout(0.5) → Linear(512→43)</a:t>
            </a:r>
          </a:p>
          <a:p>
            <a:pPr marL="171450" indent="-171450">
              <a:buFont typeface="Arial" panose="020B0604020202020204" pitchFamily="34" charset="0"/>
              <a:buChar char="•"/>
            </a:pPr>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Activation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Applied after each conv layer.</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Keeps only positive responses → fast training, helps avoid vanishing gradients.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Encourages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sparse</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feature maps (only strong patterns activate).</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Pooling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MaxPool</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2×2)</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Downsamples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feature maps to halve H×W each block.</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Increases receptive field (sees more context per neuron).</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Adds translation invariance (small shifts don’t change the max).</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Reduces compute and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overfitting</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Feature Learning (hierarchical)</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Block 1 (shallow):</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edges,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simple blobs.</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Block 2 (mid):</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corners, circles/triangles (sign shapes), stripe patterns.</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Block 3 (deep):</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pictograms &amp; numerals (e.g., “60/80”), combined shape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band cues.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Final MLP mixes these features to output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43-class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logits.</a:t>
            </a:r>
          </a:p>
          <a:p>
            <a:pPr marL="171450" indent="-171450">
              <a:buFont typeface="Arial" panose="020B0604020202020204" pitchFamily="34" charset="0"/>
              <a:buChar char="•"/>
            </a:pP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FE5CF3C2-13D9-A6DC-7392-9EF146A8D008}"/>
              </a:ext>
            </a:extLst>
          </p:cNvPr>
          <p:cNvSpPr txBox="1"/>
          <p:nvPr/>
        </p:nvSpPr>
        <p:spPr>
          <a:xfrm>
            <a:off x="7391400" y="1720840"/>
            <a:ext cx="4362450" cy="3970318"/>
          </a:xfrm>
          <a:prstGeom prst="rect">
            <a:avLst/>
          </a:prstGeom>
          <a:noFill/>
        </p:spPr>
        <p:txBody>
          <a:bodyPr wrap="square" rtlCol="0">
            <a:spAutoFit/>
          </a:bodyPr>
          <a:lstStyle/>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Normalization &amp; Regularization</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BatchNorm</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stabilizes activations → higher, safer learning rates.</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Dropout</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(0.25 in blocks, 0.5 in head): prevents co-adaptation → better generalization.</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Weight decay</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data augmentation</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(rot/affine/</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further reduce overfitting.</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Why this works for traffic signs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Signs are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highly structured</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(strong edges, distinct shapes,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bands).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Convolutions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capture these local patterns, pooling provides robustness to small shifts/scale.</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Compact depth at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64×64</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gives an excellent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accuracy–latency</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trade-off for deployment.</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Limitations (CNN-only)</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Less capacity than very deep nets/ensembles; may miss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rare fine-grained distinctions </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under severe blur/occlusion without stronger augmentations or more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7D150-A815-240D-20C6-EC22571B186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BD7177A-B8D6-E911-E042-A8292633728E}"/>
              </a:ext>
            </a:extLst>
          </p:cNvPr>
          <p:cNvSpPr txBox="1"/>
          <p:nvPr/>
        </p:nvSpPr>
        <p:spPr>
          <a:xfrm>
            <a:off x="220204" y="577753"/>
            <a:ext cx="2307843" cy="5509200"/>
          </a:xfrm>
          <a:prstGeom prst="rect">
            <a:avLst/>
          </a:prstGeom>
          <a:noFill/>
        </p:spPr>
        <p:txBody>
          <a:bodyPr wrap="square" rtlCol="0">
            <a:spAutoFit/>
          </a:bodyPr>
          <a:lstStyle/>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The CNN converges quickly: training and validation loss fall sharply in the first few epochs and are near zero by about 8–10 epochs. Validation accuracy climbs to ~99% by roughly 6–8 epochs and then plateaus, closely tracking the training accuracy. The tight overlap between train and validation curves suggests good generalization with no clear signs of overfitting; after the early phase, further epochs provide only marginal gains.</a:t>
            </a:r>
            <a:endPar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ACD4BBB4-B0F8-4D3C-A767-392AF474F62A}"/>
              </a:ext>
            </a:extLst>
          </p:cNvPr>
          <p:cNvSpPr txBox="1"/>
          <p:nvPr/>
        </p:nvSpPr>
        <p:spPr>
          <a:xfrm rot="10800000" flipV="1">
            <a:off x="3967264" y="212693"/>
            <a:ext cx="5533417" cy="461665"/>
          </a:xfrm>
          <a:prstGeom prst="rect">
            <a:avLst/>
          </a:prstGeom>
          <a:noFill/>
        </p:spPr>
        <p:txBody>
          <a:bodyPr wrap="square" rtlCol="0">
            <a:spAutoFit/>
          </a:bodyPr>
          <a:lstStyle/>
          <a:p>
            <a:r>
              <a:rPr lang="en-IN" sz="2400" dirty="0">
                <a:latin typeface="Open Sans" panose="020B0606030504020204" pitchFamily="34" charset="0"/>
                <a:ea typeface="Open Sans" panose="020B0606030504020204" pitchFamily="34" charset="0"/>
                <a:cs typeface="Open Sans" panose="020B0606030504020204" pitchFamily="34" charset="0"/>
              </a:rPr>
              <a:t>Convolutional Neural Network (CNN) </a:t>
            </a:r>
            <a:endParaRPr lang="en-US" sz="2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descr="A graph with a line graph&#10;&#10;AI-generated content may be incorrect.">
            <a:extLst>
              <a:ext uri="{FF2B5EF4-FFF2-40B4-BE49-F238E27FC236}">
                <a16:creationId xmlns:a16="http://schemas.microsoft.com/office/drawing/2014/main" id="{FAD326DA-1F92-B158-A7AE-FF873F1533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3977" y="998571"/>
            <a:ext cx="4356423" cy="3572170"/>
          </a:xfrm>
          <a:prstGeom prst="rect">
            <a:avLst/>
          </a:prstGeom>
        </p:spPr>
      </p:pic>
      <p:pic>
        <p:nvPicPr>
          <p:cNvPr id="5" name="Picture 4" descr="A graph with a line&#10;&#10;AI-generated content may be incorrect.">
            <a:extLst>
              <a:ext uri="{FF2B5EF4-FFF2-40B4-BE49-F238E27FC236}">
                <a16:creationId xmlns:a16="http://schemas.microsoft.com/office/drawing/2014/main" id="{A434934B-377C-4B4C-FF12-3F9000FF06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1036671"/>
            <a:ext cx="4961396" cy="3572170"/>
          </a:xfrm>
          <a:prstGeom prst="rect">
            <a:avLst/>
          </a:prstGeom>
        </p:spPr>
      </p:pic>
    </p:spTree>
    <p:extLst>
      <p:ext uri="{BB962C8B-B14F-4D97-AF65-F5344CB8AC3E}">
        <p14:creationId xmlns:p14="http://schemas.microsoft.com/office/powerpoint/2010/main" val="3322928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E8E27-F742-B4A2-E32A-074AB5B561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29FB9A-AFB0-D332-FE1A-11CF78398290}"/>
              </a:ext>
            </a:extLst>
          </p:cNvPr>
          <p:cNvSpPr/>
          <p:nvPr/>
        </p:nvSpPr>
        <p:spPr>
          <a:xfrm>
            <a:off x="661492" y="610988"/>
            <a:ext cx="2894409" cy="361752"/>
          </a:xfrm>
          <a:prstGeom prst="rect">
            <a:avLst/>
          </a:prstGeom>
          <a:noFill/>
          <a:ln/>
        </p:spPr>
        <p:txBody>
          <a:bodyPr wrap="none" lIns="0" tIns="0" rIns="0" bIns="0" rtlCol="0" anchor="t"/>
          <a:lstStyle/>
          <a:p>
            <a:pPr>
              <a:lnSpc>
                <a:spcPts val="2833"/>
              </a:lnSpc>
            </a:pPr>
            <a:r>
              <a:rPr lang="en-US" sz="3200" b="1" dirty="0">
                <a:solidFill>
                  <a:srgbClr val="333F70"/>
                </a:solidFill>
                <a:latin typeface="Unbounded Bold" pitchFamily="34" charset="0"/>
                <a:ea typeface="Unbounded Bold" pitchFamily="34" charset="-122"/>
                <a:cs typeface="Unbounded Bold" pitchFamily="34" charset="-120"/>
              </a:rPr>
              <a:t>Methods</a:t>
            </a:r>
            <a:endParaRPr lang="en-US" sz="3200" dirty="0"/>
          </a:p>
        </p:txBody>
      </p:sp>
      <p:pic>
        <p:nvPicPr>
          <p:cNvPr id="8" name="Image 1" descr="preencoded.png">
            <a:extLst>
              <a:ext uri="{FF2B5EF4-FFF2-40B4-BE49-F238E27FC236}">
                <a16:creationId xmlns:a16="http://schemas.microsoft.com/office/drawing/2014/main" id="{AEC7D79F-73FE-B4B4-3C70-AD01AC3AACAB}"/>
              </a:ext>
            </a:extLst>
          </p:cNvPr>
          <p:cNvPicPr>
            <a:picLocks noChangeAspect="1"/>
          </p:cNvPicPr>
          <p:nvPr/>
        </p:nvPicPr>
        <p:blipFill>
          <a:blip r:embed="rId3"/>
          <a:stretch>
            <a:fillRect/>
          </a:stretch>
        </p:blipFill>
        <p:spPr>
          <a:xfrm>
            <a:off x="661492" y="1116858"/>
            <a:ext cx="3622973" cy="285396"/>
          </a:xfrm>
          <a:prstGeom prst="rect">
            <a:avLst/>
          </a:prstGeom>
        </p:spPr>
      </p:pic>
      <p:sp>
        <p:nvSpPr>
          <p:cNvPr id="9" name="Text 5">
            <a:extLst>
              <a:ext uri="{FF2B5EF4-FFF2-40B4-BE49-F238E27FC236}">
                <a16:creationId xmlns:a16="http://schemas.microsoft.com/office/drawing/2014/main" id="{811EC43A-5471-D51E-2676-E99615F63E2E}"/>
              </a:ext>
            </a:extLst>
          </p:cNvPr>
          <p:cNvSpPr/>
          <p:nvPr/>
        </p:nvSpPr>
        <p:spPr>
          <a:xfrm>
            <a:off x="822066" y="1479958"/>
            <a:ext cx="2832794" cy="180876"/>
          </a:xfrm>
          <a:prstGeom prst="rect">
            <a:avLst/>
          </a:prstGeom>
          <a:noFill/>
          <a:ln/>
        </p:spPr>
        <p:txBody>
          <a:bodyPr wrap="none" lIns="0" tIns="0" rIns="0" bIns="0" rtlCol="0" anchor="t"/>
          <a:lstStyle/>
          <a:p>
            <a:pPr>
              <a:lnSpc>
                <a:spcPts val="1417"/>
              </a:lnSpc>
            </a:pPr>
            <a:r>
              <a:rPr lang="en-US" sz="1600" b="1" dirty="0">
                <a:solidFill>
                  <a:srgbClr val="333F70"/>
                </a:solidFill>
                <a:latin typeface="Unbounded Bold" pitchFamily="34" charset="0"/>
                <a:ea typeface="Unbounded Bold" pitchFamily="34" charset="-122"/>
                <a:cs typeface="Unbounded Bold" pitchFamily="34" charset="-120"/>
              </a:rPr>
              <a:t>Linear Model</a:t>
            </a:r>
            <a:endParaRPr lang="en-US" sz="1600" dirty="0"/>
          </a:p>
        </p:txBody>
      </p:sp>
      <p:sp>
        <p:nvSpPr>
          <p:cNvPr id="19" name="TextBox 18">
            <a:extLst>
              <a:ext uri="{FF2B5EF4-FFF2-40B4-BE49-F238E27FC236}">
                <a16:creationId xmlns:a16="http://schemas.microsoft.com/office/drawing/2014/main" id="{0581B910-CD50-2324-5BD1-FA5A8EDF8401}"/>
              </a:ext>
            </a:extLst>
          </p:cNvPr>
          <p:cNvSpPr txBox="1"/>
          <p:nvPr/>
        </p:nvSpPr>
        <p:spPr>
          <a:xfrm>
            <a:off x="822065" y="1942230"/>
            <a:ext cx="4996844" cy="3600986"/>
          </a:xfrm>
          <a:prstGeom prst="rect">
            <a:avLst/>
          </a:prstGeom>
          <a:noFill/>
        </p:spPr>
        <p:txBody>
          <a:bodyPr wrap="square" rtlCol="0">
            <a:spAutoFit/>
          </a:bodyPr>
          <a:lstStyle/>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Architecture (ours, 64×64 input)</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Flatten:</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3×64×64 = 12,288 pixels → 1D vector</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FC stack:</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12288 → 2048 → 1024 → 512 → 256 → 43</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Each hidden layer: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BatchNorm</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 Dropout (0.2–0.3)</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Output:</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final linear layer →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43 logits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softmax</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inference)</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Activation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After every fully-connected layer.</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Speeds training and mitigates vanishing gradients.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With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BatchNorm</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allows stable, higher learning rates.</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Feature Learning (what it actually learns)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Learns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global</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combinations of pixel intensities, not local patterns.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Lacks a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spatial awareness </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(no kernels sliding over neighbours), so edges/shapes/symbols are not explicitly captured.</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First layer is very large (12,288 × 2,048 params) → prone to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overfitting</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on limited data without strong regularization.</a:t>
            </a:r>
          </a:p>
          <a:p>
            <a:pPr marL="171450" indent="-171450">
              <a:buFont typeface="Arial" panose="020B0604020202020204" pitchFamily="34" charset="0"/>
              <a:buChar char="•"/>
            </a:pP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00C08198-62C1-A26A-4CF6-E918124F608B}"/>
              </a:ext>
            </a:extLst>
          </p:cNvPr>
          <p:cNvSpPr txBox="1"/>
          <p:nvPr/>
        </p:nvSpPr>
        <p:spPr>
          <a:xfrm>
            <a:off x="5818909" y="1905506"/>
            <a:ext cx="5769788" cy="3600986"/>
          </a:xfrm>
          <a:prstGeom prst="rect">
            <a:avLst/>
          </a:prstGeom>
          <a:noFill/>
        </p:spPr>
        <p:txBody>
          <a:bodyPr wrap="square" rtlCol="0">
            <a:spAutoFit/>
          </a:bodyPr>
          <a:lstStyle/>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No pooling (important):</a:t>
            </a:r>
            <a:b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There’s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no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MaxPool</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or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downsampling</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Small shifts or rotations in the sign can change many inputs, so the MLP isn’t naturally robust to movement or scale.</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What it actually learns:</a:t>
            </a:r>
            <a:b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Global mixes of pixel values. It doesn’t naturally learn edges, shapes, or patterns the way a CNN does, because it lost the 2D layout.</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Why we include it:</a:t>
            </a:r>
            <a:b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It’s a simple baseline to show why convolutions matter. Comparing MLP vs CNN makes the benefit of spatial features clear.</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Main limitations: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Weaker at fine details (e.g., “60” vs “80”).</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Sensitive to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position, rotation, blur, lighting</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Very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parameter-heavy</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in the first layer → easier to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overfit</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without strong regularization.</a:t>
            </a:r>
          </a:p>
          <a:p>
            <a:pPr marL="171450" indent="-171450">
              <a:buFont typeface="Arial" panose="020B0604020202020204" pitchFamily="34" charset="0"/>
              <a:buChar char="•"/>
            </a:pPr>
            <a:endParaRPr lang="en-US"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3478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0D27B61-5A74-7BA0-6566-C3FFE56474D3}"/>
              </a:ext>
            </a:extLst>
          </p:cNvPr>
          <p:cNvSpPr txBox="1"/>
          <p:nvPr/>
        </p:nvSpPr>
        <p:spPr>
          <a:xfrm>
            <a:off x="112045" y="345094"/>
            <a:ext cx="3078195" cy="5016758"/>
          </a:xfrm>
          <a:prstGeom prst="rect">
            <a:avLst/>
          </a:prstGeom>
          <a:noFill/>
        </p:spPr>
        <p:txBody>
          <a:bodyPr wrap="square" rtlCol="0">
            <a:spAutoFit/>
          </a:bodyPr>
          <a:lstStyle/>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The MLP improves steadily but much more slowly than the CNN. Training and validation loss decline throughout the run, with validation loss consistently below training loss, suggesting regularization is effective and there’s no clear overfitting. Accuracy rises from roughly 20% in the first epoch to about 75–80% by the end, though the validation curve is noisier and a clear gap remains between train and validation accuracy. Overall, the model learns, but its ceiling is limited, consistent with a flat, non-convolutional network that can’t exploit spatial structure in images.</a:t>
            </a:r>
            <a:endParaRPr lang="en-US" sz="1600" i="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AAC103DB-1774-7B46-D1F7-EDA2FFABB4A1}"/>
              </a:ext>
            </a:extLst>
          </p:cNvPr>
          <p:cNvSpPr txBox="1"/>
          <p:nvPr/>
        </p:nvSpPr>
        <p:spPr>
          <a:xfrm rot="10800000" flipV="1">
            <a:off x="5408578" y="26554"/>
            <a:ext cx="2743200" cy="461665"/>
          </a:xfrm>
          <a:prstGeom prst="rect">
            <a:avLst/>
          </a:prstGeom>
          <a:noFill/>
        </p:spPr>
        <p:txBody>
          <a:bodyPr wrap="square" rtlCol="0">
            <a:spAutoFit/>
          </a:bodyPr>
          <a:lstStyle/>
          <a:p>
            <a:r>
              <a:rPr lang="en-US" sz="2400" dirty="0">
                <a:latin typeface="Open Sans" panose="020B0606030504020204" pitchFamily="34" charset="0"/>
                <a:ea typeface="Open Sans" panose="020B0606030504020204" pitchFamily="34" charset="0"/>
                <a:cs typeface="Open Sans" panose="020B0606030504020204" pitchFamily="34" charset="0"/>
              </a:rPr>
              <a:t>Linear model</a:t>
            </a:r>
          </a:p>
        </p:txBody>
      </p:sp>
      <p:pic>
        <p:nvPicPr>
          <p:cNvPr id="3" name="Picture 2" descr="A graph with blue and orange lines&#10;&#10;AI-generated content may be incorrect.">
            <a:extLst>
              <a:ext uri="{FF2B5EF4-FFF2-40B4-BE49-F238E27FC236}">
                <a16:creationId xmlns:a16="http://schemas.microsoft.com/office/drawing/2014/main" id="{022781AB-88EE-9897-2441-A44BEBFD7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0240" y="899427"/>
            <a:ext cx="4319781" cy="3388093"/>
          </a:xfrm>
          <a:prstGeom prst="rect">
            <a:avLst/>
          </a:prstGeom>
        </p:spPr>
      </p:pic>
      <p:pic>
        <p:nvPicPr>
          <p:cNvPr id="5" name="Picture 4" descr="A graph with a line&#10;&#10;AI-generated content may be incorrect.">
            <a:extLst>
              <a:ext uri="{FF2B5EF4-FFF2-40B4-BE49-F238E27FC236}">
                <a16:creationId xmlns:a16="http://schemas.microsoft.com/office/drawing/2014/main" id="{74D6EB07-A6BC-9960-2C75-6FDAAE25DC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1077" y="935868"/>
            <a:ext cx="4508878" cy="3351652"/>
          </a:xfrm>
          <a:prstGeom prst="rect">
            <a:avLst/>
          </a:prstGeom>
        </p:spPr>
      </p:pic>
    </p:spTree>
    <p:extLst>
      <p:ext uri="{BB962C8B-B14F-4D97-AF65-F5344CB8AC3E}">
        <p14:creationId xmlns:p14="http://schemas.microsoft.com/office/powerpoint/2010/main" val="2677057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C198F-2EBC-5423-2D7E-49C56897A8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D62DAC-101A-2568-A3AC-CC21C974A5D0}"/>
              </a:ext>
            </a:extLst>
          </p:cNvPr>
          <p:cNvSpPr/>
          <p:nvPr/>
        </p:nvSpPr>
        <p:spPr>
          <a:xfrm>
            <a:off x="661492" y="610988"/>
            <a:ext cx="2894409" cy="361752"/>
          </a:xfrm>
          <a:prstGeom prst="rect">
            <a:avLst/>
          </a:prstGeom>
          <a:noFill/>
          <a:ln/>
        </p:spPr>
        <p:txBody>
          <a:bodyPr wrap="none" lIns="0" tIns="0" rIns="0" bIns="0" rtlCol="0" anchor="t"/>
          <a:lstStyle/>
          <a:p>
            <a:pPr>
              <a:lnSpc>
                <a:spcPts val="2833"/>
              </a:lnSpc>
            </a:pPr>
            <a:r>
              <a:rPr lang="en-US" sz="3200" b="1" dirty="0">
                <a:solidFill>
                  <a:srgbClr val="333F70"/>
                </a:solidFill>
                <a:latin typeface="Unbounded Bold" pitchFamily="34" charset="0"/>
                <a:ea typeface="Unbounded Bold" pitchFamily="34" charset="-122"/>
                <a:cs typeface="Unbounded Bold" pitchFamily="34" charset="-120"/>
              </a:rPr>
              <a:t>Methods</a:t>
            </a:r>
            <a:endParaRPr lang="en-US" sz="3200" dirty="0"/>
          </a:p>
        </p:txBody>
      </p:sp>
      <p:pic>
        <p:nvPicPr>
          <p:cNvPr id="13" name="Image 2" descr="preencoded.png">
            <a:extLst>
              <a:ext uri="{FF2B5EF4-FFF2-40B4-BE49-F238E27FC236}">
                <a16:creationId xmlns:a16="http://schemas.microsoft.com/office/drawing/2014/main" id="{D74B6F47-2DA2-EDA3-E673-99E59CAE132F}"/>
              </a:ext>
            </a:extLst>
          </p:cNvPr>
          <p:cNvPicPr>
            <a:picLocks noChangeAspect="1"/>
          </p:cNvPicPr>
          <p:nvPr/>
        </p:nvPicPr>
        <p:blipFill>
          <a:blip r:embed="rId3"/>
          <a:stretch>
            <a:fillRect/>
          </a:stretch>
        </p:blipFill>
        <p:spPr>
          <a:xfrm>
            <a:off x="661490" y="1049009"/>
            <a:ext cx="3622973" cy="285396"/>
          </a:xfrm>
          <a:prstGeom prst="rect">
            <a:avLst/>
          </a:prstGeom>
        </p:spPr>
      </p:pic>
      <p:sp>
        <p:nvSpPr>
          <p:cNvPr id="14" name="Text 9">
            <a:extLst>
              <a:ext uri="{FF2B5EF4-FFF2-40B4-BE49-F238E27FC236}">
                <a16:creationId xmlns:a16="http://schemas.microsoft.com/office/drawing/2014/main" id="{33ED42C8-291C-73AD-84A4-09ECAF10FEFF}"/>
              </a:ext>
            </a:extLst>
          </p:cNvPr>
          <p:cNvSpPr/>
          <p:nvPr/>
        </p:nvSpPr>
        <p:spPr>
          <a:xfrm>
            <a:off x="796377" y="1410674"/>
            <a:ext cx="3141167" cy="180876"/>
          </a:xfrm>
          <a:prstGeom prst="rect">
            <a:avLst/>
          </a:prstGeom>
          <a:noFill/>
          <a:ln/>
        </p:spPr>
        <p:txBody>
          <a:bodyPr wrap="none" lIns="0" tIns="0" rIns="0" bIns="0" rtlCol="0" anchor="t"/>
          <a:lstStyle/>
          <a:p>
            <a:pPr>
              <a:lnSpc>
                <a:spcPts val="1417"/>
              </a:lnSpc>
            </a:pPr>
            <a:r>
              <a:rPr lang="en-US" sz="1600" b="1" dirty="0">
                <a:solidFill>
                  <a:srgbClr val="333F70"/>
                </a:solidFill>
                <a:latin typeface="Unbounded Bold" pitchFamily="34" charset="0"/>
                <a:ea typeface="Unbounded Bold" pitchFamily="34" charset="-122"/>
                <a:cs typeface="Unbounded Bold" pitchFamily="34" charset="-120"/>
              </a:rPr>
              <a:t>Resnet50</a:t>
            </a:r>
            <a:endParaRPr lang="en-US" sz="1600" dirty="0"/>
          </a:p>
        </p:txBody>
      </p:sp>
      <p:sp>
        <p:nvSpPr>
          <p:cNvPr id="19" name="TextBox 18">
            <a:extLst>
              <a:ext uri="{FF2B5EF4-FFF2-40B4-BE49-F238E27FC236}">
                <a16:creationId xmlns:a16="http://schemas.microsoft.com/office/drawing/2014/main" id="{3F9F860C-4DF0-4065-1726-C9FDE47208E7}"/>
              </a:ext>
            </a:extLst>
          </p:cNvPr>
          <p:cNvSpPr txBox="1"/>
          <p:nvPr/>
        </p:nvSpPr>
        <p:spPr>
          <a:xfrm>
            <a:off x="685179" y="1746036"/>
            <a:ext cx="6093308" cy="4154984"/>
          </a:xfrm>
          <a:prstGeom prst="rect">
            <a:avLst/>
          </a:prstGeom>
          <a:noFill/>
        </p:spPr>
        <p:txBody>
          <a:bodyPr wrap="square" rtlCol="0">
            <a:spAutoFit/>
          </a:bodyPr>
          <a:lstStyle/>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b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 deep convolutional network with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skip (residual) connections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We start from a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pretrained</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model (trained on ImageNet) and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fine-tune</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it for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43</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traffic-sign classes.</a:t>
            </a:r>
          </a:p>
          <a:p>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How it processes the image:</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Input size:</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images are resized to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224×224</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to match what the pretrained model expects.</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Convolutions + BN +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ReLU</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stacked many times to learn rich visual patterns.</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Residual (skip) connections: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let the network “jump over” layers so gradients flow easily →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stable training</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even when very deep.</a:t>
            </a:r>
          </a:p>
          <a:p>
            <a:pPr marL="171450" indent="-171450">
              <a:buFont typeface="Arial" panose="020B0604020202020204" pitchFamily="34" charset="0"/>
              <a:buChar char="•"/>
            </a:pP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Downsampling</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early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MaxPool</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and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strided</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2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convs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slowly shrink the image while increasing feature depth.</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Global Average Pooling (GAP):</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the end, averages features across the image → a compact vector for the classifier.</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Transfer learning (why it helps):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The pretrained model already knows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general features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(edges, textures, shapes).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We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replace the last layer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with a head for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43 classes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keep most layers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frozen</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and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unfreeze the last block(s)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to learn sign-specific patterns (numbers, pictograms,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bands).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This works well when you don’t have millions of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labeled</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images.</a:t>
            </a:r>
          </a:p>
        </p:txBody>
      </p:sp>
      <p:sp>
        <p:nvSpPr>
          <p:cNvPr id="3" name="TextBox 2">
            <a:extLst>
              <a:ext uri="{FF2B5EF4-FFF2-40B4-BE49-F238E27FC236}">
                <a16:creationId xmlns:a16="http://schemas.microsoft.com/office/drawing/2014/main" id="{C18EB680-85A9-43A2-DFA9-C1BE53048C5D}"/>
              </a:ext>
            </a:extLst>
          </p:cNvPr>
          <p:cNvSpPr txBox="1"/>
          <p:nvPr/>
        </p:nvSpPr>
        <p:spPr>
          <a:xfrm>
            <a:off x="6977270" y="1746036"/>
            <a:ext cx="4909929" cy="4339650"/>
          </a:xfrm>
          <a:prstGeom prst="rect">
            <a:avLst/>
          </a:prstGeom>
          <a:noFill/>
        </p:spPr>
        <p:txBody>
          <a:bodyPr wrap="square" rtlCol="0">
            <a:spAutoFit/>
          </a:bodyPr>
          <a:lstStyle/>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Normalization &amp; transforms: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Use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ImageNet mean/std</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so inputs look like what the model saw during pretraining.</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Light augmentations (small rotations/affine, mild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jitter) to improve robustness without distorting signs.</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What it actually learns: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Early layers: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edges and simple textures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Middle layers: shapes and parts (circles/triangles, borders).</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Late layers: high-level sign cues (digits like “60/80”, pictograms), combining shape + </a:t>
            </a:r>
            <a:r>
              <a:rPr lang="en-IN" sz="12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Why choose ResNet-50:</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Strong accuracy</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thanks to deep features + transfer learning.</a:t>
            </a:r>
          </a:p>
          <a:p>
            <a:pPr marL="171450" indent="-171450">
              <a:buFont typeface="Arial" panose="020B0604020202020204" pitchFamily="34" charset="0"/>
              <a:buChar char="•"/>
            </a:pP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Residual connections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make deep training reliable.</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Good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generalization</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with proper fine-tuning.</a:t>
            </a:r>
          </a:p>
          <a:p>
            <a:endPar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Main trade-offs / limitations: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Heavier than our custom 64×64 CNN →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slower</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and needs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more memory</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pPr marL="171450" indent="-171450">
              <a:buFont typeface="Arial" panose="020B0604020202020204" pitchFamily="34" charset="0"/>
              <a:buChar char="•"/>
            </a:pP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Needs careful</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fine-tuning</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(which layers to unfreeze, learning rate/schedule).</a:t>
            </a:r>
          </a:p>
          <a:p>
            <a:pPr marL="171450" indent="-171450">
              <a:buFont typeface="Arial" panose="020B0604020202020204" pitchFamily="34" charset="0"/>
              <a:buChar char="•"/>
            </a:pPr>
            <a:endParaRPr lang="en-US"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99793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85CF-82D6-9C91-B8F8-2FADA41CEB1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C621CAB-7450-B0BB-C56F-04210F76D051}"/>
              </a:ext>
            </a:extLst>
          </p:cNvPr>
          <p:cNvSpPr txBox="1"/>
          <p:nvPr/>
        </p:nvSpPr>
        <p:spPr>
          <a:xfrm>
            <a:off x="220203" y="345094"/>
            <a:ext cx="2855505" cy="5509200"/>
          </a:xfrm>
          <a:prstGeom prst="rect">
            <a:avLst/>
          </a:prstGeom>
          <a:noFill/>
        </p:spPr>
        <p:txBody>
          <a:bodyPr wrap="square" rtlCol="0">
            <a:spAutoFit/>
          </a:bodyPr>
          <a:lstStyle/>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 fine-tuning converges quickly. Training and validation loss collapse within the first few epochs and then taper toward a small value, with the two curves tracking closely, no obvious overfitting. Validation accuracy jumps to 98% after just a handful of epochs and creeps toward 99% as training proceeds, showing the benefit of pretrained features. Minor wiggles in the curves are consistent with the learning-rate schedule, but performance plateaus by 15–20 epochs, indicating the model has effectively adapted to the task.</a:t>
            </a:r>
            <a:endParaRPr lang="en-US" sz="1600" i="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4A306671-797D-D906-D615-2CB581263A11}"/>
              </a:ext>
            </a:extLst>
          </p:cNvPr>
          <p:cNvSpPr txBox="1"/>
          <p:nvPr/>
        </p:nvSpPr>
        <p:spPr>
          <a:xfrm rot="10800000" flipV="1">
            <a:off x="4792133" y="26554"/>
            <a:ext cx="3359645" cy="461665"/>
          </a:xfrm>
          <a:prstGeom prst="rect">
            <a:avLst/>
          </a:prstGeom>
          <a:noFill/>
        </p:spPr>
        <p:txBody>
          <a:bodyPr wrap="square" rtlCol="0">
            <a:spAutoFit/>
          </a:bodyPr>
          <a:lstStyle/>
          <a:p>
            <a:r>
              <a:rPr lang="en-US" sz="2400" dirty="0">
                <a:latin typeface="Open Sans" panose="020B0606030504020204" pitchFamily="34" charset="0"/>
                <a:ea typeface="Open Sans" panose="020B0606030504020204" pitchFamily="34" charset="0"/>
                <a:cs typeface="Open Sans" panose="020B0606030504020204" pitchFamily="34" charset="0"/>
              </a:rPr>
              <a:t>Resnet50</a:t>
            </a:r>
          </a:p>
        </p:txBody>
      </p:sp>
      <p:pic>
        <p:nvPicPr>
          <p:cNvPr id="3" name="Picture 2" descr="A graph with a line graph&#10;&#10;AI-generated content may be incorrect.">
            <a:extLst>
              <a:ext uri="{FF2B5EF4-FFF2-40B4-BE49-F238E27FC236}">
                <a16:creationId xmlns:a16="http://schemas.microsoft.com/office/drawing/2014/main" id="{237319C7-B3E7-887D-1252-2762B5B4E8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5709" y="502195"/>
            <a:ext cx="4303286" cy="3986677"/>
          </a:xfrm>
          <a:prstGeom prst="rect">
            <a:avLst/>
          </a:prstGeom>
        </p:spPr>
      </p:pic>
      <p:pic>
        <p:nvPicPr>
          <p:cNvPr id="8" name="Picture 7" descr="A graph with blue and orange lines&#10;&#10;AI-generated content may be incorrect.">
            <a:extLst>
              <a:ext uri="{FF2B5EF4-FFF2-40B4-BE49-F238E27FC236}">
                <a16:creationId xmlns:a16="http://schemas.microsoft.com/office/drawing/2014/main" id="{1B97A108-7BBB-9F0B-6690-8FFBF87B6B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6966" y="502196"/>
            <a:ext cx="4514829" cy="3986676"/>
          </a:xfrm>
          <a:prstGeom prst="rect">
            <a:avLst/>
          </a:prstGeom>
        </p:spPr>
      </p:pic>
    </p:spTree>
    <p:extLst>
      <p:ext uri="{BB962C8B-B14F-4D97-AF65-F5344CB8AC3E}">
        <p14:creationId xmlns:p14="http://schemas.microsoft.com/office/powerpoint/2010/main" val="1814966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5411" y="388738"/>
            <a:ext cx="3514626" cy="439242"/>
          </a:xfrm>
          <a:prstGeom prst="rect">
            <a:avLst/>
          </a:prstGeom>
          <a:noFill/>
          <a:ln/>
        </p:spPr>
        <p:txBody>
          <a:bodyPr wrap="none" lIns="0" tIns="0" rIns="0" bIns="0" rtlCol="0" anchor="t"/>
          <a:lstStyle/>
          <a:p>
            <a:pPr>
              <a:lnSpc>
                <a:spcPts val="3458"/>
              </a:lnSpc>
            </a:pPr>
            <a:r>
              <a:rPr lang="en-US" sz="2750" b="1" dirty="0">
                <a:solidFill>
                  <a:srgbClr val="333F70"/>
                </a:solidFill>
                <a:latin typeface="Unbounded Bold" pitchFamily="34" charset="0"/>
                <a:ea typeface="Unbounded Bold" pitchFamily="34" charset="-122"/>
                <a:cs typeface="Unbounded Bold" pitchFamily="34" charset="-120"/>
              </a:rPr>
              <a:t>Results - CNN</a:t>
            </a:r>
            <a:endParaRPr lang="en-US" sz="2750" dirty="0"/>
          </a:p>
        </p:txBody>
      </p:sp>
      <p:sp>
        <p:nvSpPr>
          <p:cNvPr id="13" name="TextBox 12">
            <a:extLst>
              <a:ext uri="{FF2B5EF4-FFF2-40B4-BE49-F238E27FC236}">
                <a16:creationId xmlns:a16="http://schemas.microsoft.com/office/drawing/2014/main" id="{94ABFE30-6989-C100-0A67-827E438A4257}"/>
              </a:ext>
            </a:extLst>
          </p:cNvPr>
          <p:cNvSpPr txBox="1"/>
          <p:nvPr/>
        </p:nvSpPr>
        <p:spPr>
          <a:xfrm>
            <a:off x="368380" y="2336701"/>
            <a:ext cx="4556909" cy="3293209"/>
          </a:xfrm>
          <a:prstGeom prst="rect">
            <a:avLst/>
          </a:prstGeom>
          <a:noFill/>
        </p:spPr>
        <p:txBody>
          <a:bodyPr wrap="square" rtlCol="0">
            <a:spAutoFit/>
          </a:bodyPr>
          <a:lstStyle/>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These results mean the CNN is both accurate and balanced. Macro and micro scores being nearly identical shows it performs consistently across all 43 classes, not just the common ones. High precision and recall imply few false positives and few misses, so the model generalizes well beyond the training set. The remaining mistakes are likely edge cases, visually similar signs (e.g., nearby speed limits), small/blurred signs, or low-light frames, suggesting that further gains would come from stronger augmentation or </a:t>
            </a:r>
            <a:r>
              <a:rPr lang="en-IN" sz="16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ensembling</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rather than basic tuning.</a:t>
            </a:r>
            <a:endParaRPr lang="en-US"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F001E673-BAE1-34D1-B6C2-D48FBD6ABEB1}"/>
              </a:ext>
            </a:extLst>
          </p:cNvPr>
          <p:cNvSpPr txBox="1"/>
          <p:nvPr/>
        </p:nvSpPr>
        <p:spPr>
          <a:xfrm>
            <a:off x="5383684" y="4510763"/>
            <a:ext cx="6555898" cy="1384995"/>
          </a:xfrm>
          <a:prstGeom prst="rect">
            <a:avLst/>
          </a:prstGeom>
          <a:noFill/>
        </p:spPr>
        <p:txBody>
          <a:bodyPr wrap="square" rtlCol="0">
            <a:spAutoFit/>
          </a:bodyPr>
          <a:lstStyle/>
          <a:p>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Confusion matrix (CNN)</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The plot is strongly diagonal, showing high per-class recall across all 43 signs. Off-diagonal cells are sparse and low, indicating only a few mix-ups. The errors that do appear are mostly between visually similar classes (e.g., neighbouring speed-limit signs), with no single class being a consistent source of confusion, result of balanced, well-generalized performance.</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0">
            <a:extLst>
              <a:ext uri="{FF2B5EF4-FFF2-40B4-BE49-F238E27FC236}">
                <a16:creationId xmlns:a16="http://schemas.microsoft.com/office/drawing/2014/main" id="{20249A7C-0353-A66E-C747-862017E83988}"/>
              </a:ext>
            </a:extLst>
          </p:cNvPr>
          <p:cNvSpPr/>
          <p:nvPr/>
        </p:nvSpPr>
        <p:spPr>
          <a:xfrm>
            <a:off x="661492" y="1233726"/>
            <a:ext cx="3514626" cy="439242"/>
          </a:xfrm>
          <a:prstGeom prst="rect">
            <a:avLst/>
          </a:prstGeom>
          <a:noFill/>
          <a:ln/>
        </p:spPr>
        <p:txBody>
          <a:bodyPr wrap="none" lIns="0" tIns="0" rIns="0" bIns="0" rtlCol="0" anchor="t"/>
          <a:lstStyle/>
          <a:p>
            <a:pPr>
              <a:lnSpc>
                <a:spcPts val="3458"/>
              </a:lnSpc>
            </a:pPr>
            <a:endParaRPr lang="en-US" sz="2750" dirty="0"/>
          </a:p>
        </p:txBody>
      </p:sp>
      <p:pic>
        <p:nvPicPr>
          <p:cNvPr id="18" name="Picture 17" descr="A screenshot of a computer screen&#10;&#10;AI-generated content may be incorrect.">
            <a:extLst>
              <a:ext uri="{FF2B5EF4-FFF2-40B4-BE49-F238E27FC236}">
                <a16:creationId xmlns:a16="http://schemas.microsoft.com/office/drawing/2014/main" id="{02BBBCC7-AB07-606A-FE67-FE9537B216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6193" y="245384"/>
            <a:ext cx="2768600" cy="1930400"/>
          </a:xfrm>
          <a:prstGeom prst="rect">
            <a:avLst/>
          </a:prstGeom>
        </p:spPr>
      </p:pic>
      <p:pic>
        <p:nvPicPr>
          <p:cNvPr id="20" name="Picture 19" descr="A screenshot of a graph&#10;&#10;AI-generated content may be incorrect.">
            <a:extLst>
              <a:ext uri="{FF2B5EF4-FFF2-40B4-BE49-F238E27FC236}">
                <a16:creationId xmlns:a16="http://schemas.microsoft.com/office/drawing/2014/main" id="{FBDB4B54-E31B-2C39-6339-FB85A50C6A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0874" y="172243"/>
            <a:ext cx="5544506" cy="42634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52A35F-5417-0174-824E-334ED8F47831}"/>
              </a:ext>
            </a:extLst>
          </p:cNvPr>
          <p:cNvSpPr>
            <a:spLocks noGrp="1"/>
          </p:cNvSpPr>
          <p:nvPr>
            <p:ph type="sldNum" sz="quarter" idx="12"/>
          </p:nvPr>
        </p:nvSpPr>
        <p:spPr/>
        <p:txBody>
          <a:bodyPr/>
          <a:lstStyle/>
          <a:p>
            <a:fld id="{6BAD6A8B-B5C3-4437-A9DE-A8C2149171DD}" type="slidenum">
              <a:rPr lang="en-AU" smtClean="0"/>
              <a:t>15</a:t>
            </a:fld>
            <a:endParaRPr lang="en-AU"/>
          </a:p>
        </p:txBody>
      </p:sp>
      <p:pic>
        <p:nvPicPr>
          <p:cNvPr id="6" name="Picture 5" descr="A collage of different road signs&#10;&#10;AI-generated content may be incorrect.">
            <a:extLst>
              <a:ext uri="{FF2B5EF4-FFF2-40B4-BE49-F238E27FC236}">
                <a16:creationId xmlns:a16="http://schemas.microsoft.com/office/drawing/2014/main" id="{D9F081CA-90E0-50A1-21FD-01EFC570F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235" y="188285"/>
            <a:ext cx="6607152" cy="3533110"/>
          </a:xfrm>
          <a:prstGeom prst="rect">
            <a:avLst/>
          </a:prstGeom>
        </p:spPr>
      </p:pic>
      <p:pic>
        <p:nvPicPr>
          <p:cNvPr id="8" name="Picture 7" descr="A collage of a road sign&#10;&#10;AI-generated content may be incorrect.">
            <a:extLst>
              <a:ext uri="{FF2B5EF4-FFF2-40B4-BE49-F238E27FC236}">
                <a16:creationId xmlns:a16="http://schemas.microsoft.com/office/drawing/2014/main" id="{CAD0AE37-D3BC-81A0-D2EF-E0A422DF9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35" y="3942317"/>
            <a:ext cx="6607152" cy="2075712"/>
          </a:xfrm>
          <a:prstGeom prst="rect">
            <a:avLst/>
          </a:prstGeom>
        </p:spPr>
      </p:pic>
      <p:sp>
        <p:nvSpPr>
          <p:cNvPr id="9" name="TextBox 8">
            <a:extLst>
              <a:ext uri="{FF2B5EF4-FFF2-40B4-BE49-F238E27FC236}">
                <a16:creationId xmlns:a16="http://schemas.microsoft.com/office/drawing/2014/main" id="{AB613503-1AA2-A619-FFE0-9421E909AEA7}"/>
              </a:ext>
            </a:extLst>
          </p:cNvPr>
          <p:cNvSpPr txBox="1"/>
          <p:nvPr/>
        </p:nvSpPr>
        <p:spPr>
          <a:xfrm>
            <a:off x="7315200" y="939177"/>
            <a:ext cx="4453565" cy="4801314"/>
          </a:xfrm>
          <a:prstGeom prst="rect">
            <a:avLst/>
          </a:prstGeom>
          <a:noFill/>
        </p:spPr>
        <p:txBody>
          <a:bodyPr wrap="square" rtlCol="0">
            <a:spAutoFit/>
          </a:bodyPr>
          <a:lstStyle/>
          <a:p>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Per-class grid:</a:t>
            </a:r>
            <a:endPar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Most classes are near-perfect (True ≈ Correct); several are perfect (e.g., IDs 17, 23, 28, 30, 33, 39, 41–42).</a:t>
            </a: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Clear weak spots: ID 27 = 32/60 and ID 6 = 133/150; small drops for 18, 24, 31, 40.</a:t>
            </a:r>
          </a:p>
          <a:p>
            <a:endPar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Misclassified gallery:</a:t>
            </a: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Errors mostly show heavy blur/low-light/glare, tilt/occlusion, or small/distant signs.</a:t>
            </a: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Confusions follow shape groups—triangles and triangles, circles and circles, when digits or signs are unreadable.</a:t>
            </a:r>
          </a:p>
          <a:p>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40918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30DF-501E-B86E-CEDA-BC6B41BCD7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73DC29-C895-FC2B-92A8-B384F2EC9102}"/>
              </a:ext>
            </a:extLst>
          </p:cNvPr>
          <p:cNvSpPr/>
          <p:nvPr/>
        </p:nvSpPr>
        <p:spPr>
          <a:xfrm>
            <a:off x="325411" y="388738"/>
            <a:ext cx="3514626" cy="439242"/>
          </a:xfrm>
          <a:prstGeom prst="rect">
            <a:avLst/>
          </a:prstGeom>
          <a:noFill/>
          <a:ln/>
        </p:spPr>
        <p:txBody>
          <a:bodyPr wrap="none" lIns="0" tIns="0" rIns="0" bIns="0" rtlCol="0" anchor="t"/>
          <a:lstStyle/>
          <a:p>
            <a:pPr>
              <a:lnSpc>
                <a:spcPts val="3458"/>
              </a:lnSpc>
            </a:pPr>
            <a:r>
              <a:rPr lang="en-US" sz="2750" b="1" dirty="0">
                <a:solidFill>
                  <a:srgbClr val="333F70"/>
                </a:solidFill>
                <a:latin typeface="Unbounded Bold" pitchFamily="34" charset="0"/>
                <a:ea typeface="Unbounded Bold" pitchFamily="34" charset="-122"/>
                <a:cs typeface="Unbounded Bold" pitchFamily="34" charset="-120"/>
              </a:rPr>
              <a:t>Results - MLP</a:t>
            </a:r>
            <a:endParaRPr lang="en-US" sz="2750" dirty="0"/>
          </a:p>
        </p:txBody>
      </p:sp>
      <p:sp>
        <p:nvSpPr>
          <p:cNvPr id="13" name="TextBox 12">
            <a:extLst>
              <a:ext uri="{FF2B5EF4-FFF2-40B4-BE49-F238E27FC236}">
                <a16:creationId xmlns:a16="http://schemas.microsoft.com/office/drawing/2014/main" id="{5162BE7C-9EED-B5B0-1962-B2767758DB14}"/>
              </a:ext>
            </a:extLst>
          </p:cNvPr>
          <p:cNvSpPr txBox="1"/>
          <p:nvPr/>
        </p:nvSpPr>
        <p:spPr>
          <a:xfrm>
            <a:off x="368380" y="2336701"/>
            <a:ext cx="4556909" cy="3139321"/>
          </a:xfrm>
          <a:prstGeom prst="rect">
            <a:avLst/>
          </a:prstGeom>
          <a:noFill/>
        </p:spPr>
        <p:txBody>
          <a:bodyPr wrap="square" rtlCol="0">
            <a:spAutoFit/>
          </a:bodyPr>
          <a:lstStyle/>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Performance is much weaker than CNN/</a:t>
            </a:r>
            <a:r>
              <a:rPr lang="en-IN"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ResNet</a:t>
            </a: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 Macro and micro scores are close, so the model is consistently mediocre across most classes rather than failing on just a few. The lower precision and recall show both many false positives and many misses. This is expected for an MLP that flattens the image and can’t exploit spatial patterns (edges, shapes, digits), so its ceiling sits around the mid-60s.</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CE598090-07EB-F0E6-8637-0A4AFDD6A68B}"/>
              </a:ext>
            </a:extLst>
          </p:cNvPr>
          <p:cNvSpPr txBox="1"/>
          <p:nvPr/>
        </p:nvSpPr>
        <p:spPr>
          <a:xfrm>
            <a:off x="5383684" y="4510763"/>
            <a:ext cx="6555898" cy="1600438"/>
          </a:xfrm>
          <a:prstGeom prst="rect">
            <a:avLst/>
          </a:prstGeom>
          <a:noFill/>
        </p:spPr>
        <p:txBody>
          <a:bodyPr wrap="square" rtlCol="0">
            <a:spAutoFit/>
          </a:bodyPr>
          <a:lstStyle/>
          <a:p>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Confusion matrix (MLP)</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The diagonal is faint and there are many off-diagonal cells, meaning frequent mix-ups across classes. Errors cluster among visually similar signs (e.g., nearby speed-limit values, triangular warnings) and when signs are small, blurred, or tilted. No single class dominates the errors—the model lacks spatial bias, so confusion is widespread.</a:t>
            </a:r>
          </a:p>
          <a:p>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0">
            <a:extLst>
              <a:ext uri="{FF2B5EF4-FFF2-40B4-BE49-F238E27FC236}">
                <a16:creationId xmlns:a16="http://schemas.microsoft.com/office/drawing/2014/main" id="{95B43EF9-55AC-85E1-E86B-9128D7D6823D}"/>
              </a:ext>
            </a:extLst>
          </p:cNvPr>
          <p:cNvSpPr/>
          <p:nvPr/>
        </p:nvSpPr>
        <p:spPr>
          <a:xfrm>
            <a:off x="661492" y="1233726"/>
            <a:ext cx="3514626" cy="439242"/>
          </a:xfrm>
          <a:prstGeom prst="rect">
            <a:avLst/>
          </a:prstGeom>
          <a:noFill/>
          <a:ln/>
        </p:spPr>
        <p:txBody>
          <a:bodyPr wrap="none" lIns="0" tIns="0" rIns="0" bIns="0" rtlCol="0" anchor="t"/>
          <a:lstStyle/>
          <a:p>
            <a:pPr>
              <a:lnSpc>
                <a:spcPts val="3458"/>
              </a:lnSpc>
            </a:pPr>
            <a:endParaRPr lang="en-US" sz="2750" dirty="0"/>
          </a:p>
        </p:txBody>
      </p:sp>
      <p:pic>
        <p:nvPicPr>
          <p:cNvPr id="4" name="Picture 3" descr="A screenshot of a computer&#10;&#10;AI-generated content may be incorrect.">
            <a:extLst>
              <a:ext uri="{FF2B5EF4-FFF2-40B4-BE49-F238E27FC236}">
                <a16:creationId xmlns:a16="http://schemas.microsoft.com/office/drawing/2014/main" id="{B60AF610-27C4-9B78-AB48-E0D5E5EC0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4590" y="333376"/>
            <a:ext cx="2705100" cy="1879600"/>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E6D403FA-BF85-BF7E-DE18-E34ADBA4EC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1466" y="69849"/>
            <a:ext cx="6149042" cy="4440913"/>
          </a:xfrm>
          <a:prstGeom prst="rect">
            <a:avLst/>
          </a:prstGeom>
        </p:spPr>
      </p:pic>
    </p:spTree>
    <p:extLst>
      <p:ext uri="{BB962C8B-B14F-4D97-AF65-F5344CB8AC3E}">
        <p14:creationId xmlns:p14="http://schemas.microsoft.com/office/powerpoint/2010/main" val="271465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B212-BA24-DEC3-7DC0-DA468FF2DE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FD3791-F162-BB08-30E3-873BA5E606C8}"/>
              </a:ext>
            </a:extLst>
          </p:cNvPr>
          <p:cNvSpPr>
            <a:spLocks noGrp="1"/>
          </p:cNvSpPr>
          <p:nvPr>
            <p:ph type="sldNum" sz="quarter" idx="12"/>
          </p:nvPr>
        </p:nvSpPr>
        <p:spPr/>
        <p:txBody>
          <a:bodyPr/>
          <a:lstStyle/>
          <a:p>
            <a:fld id="{6BAD6A8B-B5C3-4437-A9DE-A8C2149171DD}" type="slidenum">
              <a:rPr lang="en-AU" smtClean="0"/>
              <a:t>17</a:t>
            </a:fld>
            <a:endParaRPr lang="en-AU"/>
          </a:p>
        </p:txBody>
      </p:sp>
      <p:pic>
        <p:nvPicPr>
          <p:cNvPr id="3" name="Picture 2" descr="A collage of different road signs&#10;&#10;AI-generated content may be incorrect.">
            <a:extLst>
              <a:ext uri="{FF2B5EF4-FFF2-40B4-BE49-F238E27FC236}">
                <a16:creationId xmlns:a16="http://schemas.microsoft.com/office/drawing/2014/main" id="{A9011416-CB6E-086C-A760-26476F069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235" y="179807"/>
            <a:ext cx="6607152" cy="3560679"/>
          </a:xfrm>
          <a:prstGeom prst="rect">
            <a:avLst/>
          </a:prstGeom>
        </p:spPr>
      </p:pic>
      <p:pic>
        <p:nvPicPr>
          <p:cNvPr id="5" name="Picture 4">
            <a:extLst>
              <a:ext uri="{FF2B5EF4-FFF2-40B4-BE49-F238E27FC236}">
                <a16:creationId xmlns:a16="http://schemas.microsoft.com/office/drawing/2014/main" id="{032EBE54-CAEC-2CFD-FA64-13EFD57718BA}"/>
              </a:ext>
            </a:extLst>
          </p:cNvPr>
          <p:cNvPicPr>
            <a:picLocks noChangeAspect="1"/>
          </p:cNvPicPr>
          <p:nvPr/>
        </p:nvPicPr>
        <p:blipFill>
          <a:blip r:embed="rId3"/>
          <a:stretch>
            <a:fillRect/>
          </a:stretch>
        </p:blipFill>
        <p:spPr>
          <a:xfrm>
            <a:off x="423234" y="3740486"/>
            <a:ext cx="6607151" cy="2251551"/>
          </a:xfrm>
          <a:prstGeom prst="rect">
            <a:avLst/>
          </a:prstGeom>
        </p:spPr>
      </p:pic>
      <p:sp>
        <p:nvSpPr>
          <p:cNvPr id="7" name="TextBox 6">
            <a:extLst>
              <a:ext uri="{FF2B5EF4-FFF2-40B4-BE49-F238E27FC236}">
                <a16:creationId xmlns:a16="http://schemas.microsoft.com/office/drawing/2014/main" id="{15F47846-3D3A-A534-F795-2FBFCAF41DDA}"/>
              </a:ext>
            </a:extLst>
          </p:cNvPr>
          <p:cNvSpPr txBox="1"/>
          <p:nvPr/>
        </p:nvSpPr>
        <p:spPr>
          <a:xfrm>
            <a:off x="7249886" y="514635"/>
            <a:ext cx="4718957" cy="5355312"/>
          </a:xfrm>
          <a:prstGeom prst="rect">
            <a:avLst/>
          </a:prstGeom>
          <a:noFill/>
        </p:spPr>
        <p:txBody>
          <a:bodyPr wrap="square" rtlCol="0">
            <a:spAutoFit/>
          </a:bodyPr>
          <a:lstStyle/>
          <a:p>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Per-class predictions:</a:t>
            </a:r>
            <a:endPar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Large gaps for many classes: e.g., 0: 31/60, 2: 296/750, 3: 175/450, 23: 48/150, 27: 19/60, 30: 40/150, 42: 26/90.</a:t>
            </a: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Stronger classes: 13, 14, 16, 32–34, 36, 38 (≈90–99% correct).</a:t>
            </a: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Systematic weakness on speed limits (misreading the digit), triangular warnings (18,20,21,23,27,29–31), and blue direction signs (40–42).</a:t>
            </a:r>
          </a:p>
          <a:p>
            <a:r>
              <a:rPr lang="en-IN" b="1" dirty="0">
                <a:solidFill>
                  <a:schemeClr val="tx2"/>
                </a:solidFill>
                <a:latin typeface="Open Sans" panose="020B0606030504020204" pitchFamily="34" charset="0"/>
                <a:ea typeface="Open Sans" panose="020B0606030504020204" pitchFamily="34" charset="0"/>
                <a:cs typeface="Open Sans" panose="020B0606030504020204" pitchFamily="34" charset="0"/>
              </a:rPr>
              <a:t>Misclassified samples:</a:t>
            </a:r>
            <a:endPar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Many errors are within-shape confusions: 50→80, 60→80, triangles, other triangles, blue circles, other blue circles.</a:t>
            </a:r>
          </a:p>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Failures often show low light/blur/overexposure; digits or shapes become unreadable, so the MLP relies on coarse </a:t>
            </a:r>
            <a:r>
              <a:rPr lang="en-IN"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/shape and guesses the wrong class.</a:t>
            </a:r>
          </a:p>
        </p:txBody>
      </p:sp>
    </p:spTree>
    <p:extLst>
      <p:ext uri="{BB962C8B-B14F-4D97-AF65-F5344CB8AC3E}">
        <p14:creationId xmlns:p14="http://schemas.microsoft.com/office/powerpoint/2010/main" val="1662174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57EDD-6306-78D6-8A31-B93ECAB0AF4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E06903-217E-648B-DD31-933B9C4E8900}"/>
              </a:ext>
            </a:extLst>
          </p:cNvPr>
          <p:cNvSpPr/>
          <p:nvPr/>
        </p:nvSpPr>
        <p:spPr>
          <a:xfrm>
            <a:off x="325411" y="388738"/>
            <a:ext cx="3514626" cy="439242"/>
          </a:xfrm>
          <a:prstGeom prst="rect">
            <a:avLst/>
          </a:prstGeom>
          <a:noFill/>
          <a:ln/>
        </p:spPr>
        <p:txBody>
          <a:bodyPr wrap="none" lIns="0" tIns="0" rIns="0" bIns="0" rtlCol="0" anchor="t"/>
          <a:lstStyle/>
          <a:p>
            <a:pPr>
              <a:lnSpc>
                <a:spcPts val="3458"/>
              </a:lnSpc>
            </a:pPr>
            <a:r>
              <a:rPr lang="en-US" sz="2750" b="1" dirty="0">
                <a:solidFill>
                  <a:srgbClr val="333F70"/>
                </a:solidFill>
                <a:latin typeface="Unbounded Bold" pitchFamily="34" charset="0"/>
                <a:ea typeface="Unbounded Bold" pitchFamily="34" charset="-122"/>
                <a:cs typeface="Unbounded Bold" pitchFamily="34" charset="-120"/>
              </a:rPr>
              <a:t>Results - Resnet</a:t>
            </a:r>
            <a:endParaRPr lang="en-US" sz="2750" dirty="0"/>
          </a:p>
        </p:txBody>
      </p:sp>
      <p:pic>
        <p:nvPicPr>
          <p:cNvPr id="10" name="Picture 9" descr="A screenshot of a computer screen&#10;&#10;AI-generated content may be incorrect.">
            <a:extLst>
              <a:ext uri="{FF2B5EF4-FFF2-40B4-BE49-F238E27FC236}">
                <a16:creationId xmlns:a16="http://schemas.microsoft.com/office/drawing/2014/main" id="{86B3E39A-462B-509F-70C3-AF8BDF96B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0958" y="388738"/>
            <a:ext cx="2628900" cy="1854200"/>
          </a:xfrm>
          <a:prstGeom prst="rect">
            <a:avLst/>
          </a:prstGeom>
        </p:spPr>
      </p:pic>
      <p:pic>
        <p:nvPicPr>
          <p:cNvPr id="12" name="Picture 11" descr="A graph of a line with a rainbow colored line&#10;&#10;AI-generated content may be incorrect.">
            <a:extLst>
              <a:ext uri="{FF2B5EF4-FFF2-40B4-BE49-F238E27FC236}">
                <a16:creationId xmlns:a16="http://schemas.microsoft.com/office/drawing/2014/main" id="{594D3C30-1AE3-92D4-04E1-FA53476914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3684" y="230891"/>
            <a:ext cx="6441904" cy="4279872"/>
          </a:xfrm>
          <a:prstGeom prst="rect">
            <a:avLst/>
          </a:prstGeom>
        </p:spPr>
      </p:pic>
      <p:sp>
        <p:nvSpPr>
          <p:cNvPr id="13" name="TextBox 12">
            <a:extLst>
              <a:ext uri="{FF2B5EF4-FFF2-40B4-BE49-F238E27FC236}">
                <a16:creationId xmlns:a16="http://schemas.microsoft.com/office/drawing/2014/main" id="{53CD9AD1-7293-8F9D-7008-B0CFE5257205}"/>
              </a:ext>
            </a:extLst>
          </p:cNvPr>
          <p:cNvSpPr txBox="1"/>
          <p:nvPr/>
        </p:nvSpPr>
        <p:spPr>
          <a:xfrm>
            <a:off x="368380" y="2336701"/>
            <a:ext cx="4556909" cy="3139321"/>
          </a:xfrm>
          <a:prstGeom prst="rect">
            <a:avLst/>
          </a:prstGeom>
          <a:noFill/>
        </p:spPr>
        <p:txBody>
          <a:bodyPr wrap="square" rtlCol="0">
            <a:spAutoFit/>
          </a:bodyPr>
          <a:lstStyle/>
          <a:p>
            <a:r>
              <a:rPr lang="en-IN"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 performs strongly and consistently. Macro and micro scores are very close, which means the model is balanced across all 43 classes, not just the common ones. The high precision and recall show few false alarms and few misses, reflecting good transfer from ImageNet pretraining. The small gap to the CNN suggests more fine-tuning or stronger augmentations could squeeze out a bit more performance.</a:t>
            </a:r>
            <a:endParaRPr lang="en-US"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82B297F8-9666-8ECF-C790-D2F128934A4C}"/>
              </a:ext>
            </a:extLst>
          </p:cNvPr>
          <p:cNvSpPr txBox="1"/>
          <p:nvPr/>
        </p:nvSpPr>
        <p:spPr>
          <a:xfrm>
            <a:off x="5383684" y="4510763"/>
            <a:ext cx="6555898" cy="1323439"/>
          </a:xfrm>
          <a:prstGeom prst="rect">
            <a:avLst/>
          </a:prstGeom>
          <a:noFill/>
        </p:spPr>
        <p:txBody>
          <a:bodyPr wrap="square" rtlCol="0">
            <a:spAutoFit/>
          </a:bodyPr>
          <a:lstStyle/>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Confusion matrix (Resnet) </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The plot is sharply diagonal, indicating high per-class recall. Off-diagonal errors are rare and low, mostly between visually similar signs (e.g., </a:t>
            </a:r>
            <a:r>
              <a:rPr lang="en-IN" sz="16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neighboring</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speed-limit values). There’s no single problematic class, pointing to well-balanced generalization.</a:t>
            </a:r>
            <a:endParaRPr lang="en-US"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0">
            <a:extLst>
              <a:ext uri="{FF2B5EF4-FFF2-40B4-BE49-F238E27FC236}">
                <a16:creationId xmlns:a16="http://schemas.microsoft.com/office/drawing/2014/main" id="{9F0E5683-3E4D-ED17-B4A7-30049427B4C8}"/>
              </a:ext>
            </a:extLst>
          </p:cNvPr>
          <p:cNvSpPr/>
          <p:nvPr/>
        </p:nvSpPr>
        <p:spPr>
          <a:xfrm>
            <a:off x="661492" y="1233726"/>
            <a:ext cx="3514626" cy="439242"/>
          </a:xfrm>
          <a:prstGeom prst="rect">
            <a:avLst/>
          </a:prstGeom>
          <a:noFill/>
          <a:ln/>
        </p:spPr>
        <p:txBody>
          <a:bodyPr wrap="none" lIns="0" tIns="0" rIns="0" bIns="0" rtlCol="0" anchor="t"/>
          <a:lstStyle/>
          <a:p>
            <a:pPr>
              <a:lnSpc>
                <a:spcPts val="3458"/>
              </a:lnSpc>
            </a:pPr>
            <a:endParaRPr lang="en-US" sz="2750" dirty="0"/>
          </a:p>
        </p:txBody>
      </p:sp>
    </p:spTree>
    <p:extLst>
      <p:ext uri="{BB962C8B-B14F-4D97-AF65-F5344CB8AC3E}">
        <p14:creationId xmlns:p14="http://schemas.microsoft.com/office/powerpoint/2010/main" val="564169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6878-1387-D01B-0400-0BA65794C7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1DB6C-63C1-E978-8A7E-0E25CBFC7D77}"/>
              </a:ext>
            </a:extLst>
          </p:cNvPr>
          <p:cNvSpPr>
            <a:spLocks noGrp="1"/>
          </p:cNvSpPr>
          <p:nvPr>
            <p:ph type="sldNum" sz="quarter" idx="12"/>
          </p:nvPr>
        </p:nvSpPr>
        <p:spPr/>
        <p:txBody>
          <a:bodyPr/>
          <a:lstStyle/>
          <a:p>
            <a:fld id="{6BAD6A8B-B5C3-4437-A9DE-A8C2149171DD}" type="slidenum">
              <a:rPr lang="en-AU" smtClean="0"/>
              <a:t>19</a:t>
            </a:fld>
            <a:endParaRPr lang="en-AU"/>
          </a:p>
        </p:txBody>
      </p:sp>
      <p:pic>
        <p:nvPicPr>
          <p:cNvPr id="2" name="Picture 1">
            <a:extLst>
              <a:ext uri="{FF2B5EF4-FFF2-40B4-BE49-F238E27FC236}">
                <a16:creationId xmlns:a16="http://schemas.microsoft.com/office/drawing/2014/main" id="{443BCDD6-A1BD-5881-9825-82868E0542DB}"/>
              </a:ext>
            </a:extLst>
          </p:cNvPr>
          <p:cNvPicPr>
            <a:picLocks noChangeAspect="1"/>
          </p:cNvPicPr>
          <p:nvPr/>
        </p:nvPicPr>
        <p:blipFill>
          <a:blip r:embed="rId2"/>
          <a:stretch>
            <a:fillRect/>
          </a:stretch>
        </p:blipFill>
        <p:spPr>
          <a:xfrm>
            <a:off x="476208" y="0"/>
            <a:ext cx="6554179" cy="3942317"/>
          </a:xfrm>
          <a:prstGeom prst="rect">
            <a:avLst/>
          </a:prstGeom>
        </p:spPr>
      </p:pic>
      <p:pic>
        <p:nvPicPr>
          <p:cNvPr id="3" name="Picture 2">
            <a:extLst>
              <a:ext uri="{FF2B5EF4-FFF2-40B4-BE49-F238E27FC236}">
                <a16:creationId xmlns:a16="http://schemas.microsoft.com/office/drawing/2014/main" id="{FCEEC466-6AE8-A6BC-8EDE-EF5B197BB6DC}"/>
              </a:ext>
            </a:extLst>
          </p:cNvPr>
          <p:cNvPicPr>
            <a:picLocks noChangeAspect="1"/>
          </p:cNvPicPr>
          <p:nvPr/>
        </p:nvPicPr>
        <p:blipFill>
          <a:blip r:embed="rId3"/>
          <a:stretch>
            <a:fillRect/>
          </a:stretch>
        </p:blipFill>
        <p:spPr>
          <a:xfrm>
            <a:off x="476208" y="3942317"/>
            <a:ext cx="6675706" cy="2113087"/>
          </a:xfrm>
          <a:prstGeom prst="rect">
            <a:avLst/>
          </a:prstGeom>
        </p:spPr>
      </p:pic>
      <p:sp>
        <p:nvSpPr>
          <p:cNvPr id="5" name="TextBox 4">
            <a:extLst>
              <a:ext uri="{FF2B5EF4-FFF2-40B4-BE49-F238E27FC236}">
                <a16:creationId xmlns:a16="http://schemas.microsoft.com/office/drawing/2014/main" id="{F2A5A5EC-913D-8E9A-B1DC-DF3AC25AE89F}"/>
              </a:ext>
            </a:extLst>
          </p:cNvPr>
          <p:cNvSpPr txBox="1"/>
          <p:nvPr/>
        </p:nvSpPr>
        <p:spPr>
          <a:xfrm>
            <a:off x="7249886" y="514635"/>
            <a:ext cx="4718957" cy="4278094"/>
          </a:xfrm>
          <a:prstGeom prst="rect">
            <a:avLst/>
          </a:prstGeom>
          <a:noFill/>
        </p:spPr>
        <p:txBody>
          <a:bodyPr wrap="square" rtlCol="0">
            <a:spAutoFit/>
          </a:bodyPr>
          <a:lstStyle/>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Per-class predictions:</a:t>
            </a:r>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Mostly near-perfect; many classes are 100% or ≥98% (e.g., 0, 16, 24, 29, 32, 34, 36–37, 39–41).</a:t>
            </a: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Noticeable dips: 27 → 47/60 (~78%), 30 → 121/150 (~81%), 42 → 80/90 (~89%), plus lighter drops for 11, 15, 8.</a:t>
            </a: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Weak spots align with fine-grained digits (speed limits) and some triangular warnings.</a:t>
            </a:r>
          </a:p>
          <a:p>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6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Misclassified examples (right):</a:t>
            </a:r>
            <a:endPar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Errors are mostly within the same shape family:</a:t>
            </a:r>
          </a:p>
          <a:p>
            <a:pPr lvl="1"/>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Speed limits: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2→5</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7→5</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8→5</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(digit confusion under blur/low light).</a:t>
            </a:r>
          </a:p>
          <a:p>
            <a:pPr lvl="1"/>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Triangles: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11→23</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21→31</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30→28</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p>
          <a:p>
            <a:pPr lvl="1"/>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Blue signs: </a:t>
            </a:r>
            <a:r>
              <a:rPr lang="en-IN" sz="1600" i="1" dirty="0">
                <a:solidFill>
                  <a:schemeClr val="tx2"/>
                </a:solidFill>
                <a:latin typeface="Open Sans" panose="020B0606030504020204" pitchFamily="34" charset="0"/>
                <a:ea typeface="Open Sans" panose="020B0606030504020204" pitchFamily="34" charset="0"/>
                <a:cs typeface="Open Sans" panose="020B0606030504020204" pitchFamily="34" charset="0"/>
              </a:rPr>
              <a:t>35→40</a:t>
            </a:r>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r>
              <a:rPr lang="en-IN" sz="1600" dirty="0">
                <a:solidFill>
                  <a:schemeClr val="tx2"/>
                </a:solidFill>
                <a:latin typeface="Open Sans" panose="020B0606030504020204" pitchFamily="34" charset="0"/>
                <a:ea typeface="Open Sans" panose="020B0606030504020204" pitchFamily="34" charset="0"/>
                <a:cs typeface="Open Sans" panose="020B0606030504020204" pitchFamily="34" charset="0"/>
              </a:rPr>
              <a:t>Root causes: low light, glare, blur, occlusion, making digits/pictograms hard to read.</a:t>
            </a:r>
          </a:p>
        </p:txBody>
      </p:sp>
    </p:spTree>
    <p:extLst>
      <p:ext uri="{BB962C8B-B14F-4D97-AF65-F5344CB8AC3E}">
        <p14:creationId xmlns:p14="http://schemas.microsoft.com/office/powerpoint/2010/main" val="3353143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9231" y="217297"/>
            <a:ext cx="2197497" cy="274638"/>
          </a:xfrm>
          <a:prstGeom prst="rect">
            <a:avLst/>
          </a:prstGeom>
          <a:noFill/>
          <a:ln/>
        </p:spPr>
        <p:txBody>
          <a:bodyPr wrap="none" lIns="0" tIns="0" rIns="0" bIns="0" rtlCol="0" anchor="t"/>
          <a:lstStyle/>
          <a:p>
            <a:pPr>
              <a:lnSpc>
                <a:spcPts val="2125"/>
              </a:lnSpc>
            </a:pPr>
            <a:r>
              <a:rPr lang="en-US" sz="1708" b="1" dirty="0">
                <a:solidFill>
                  <a:srgbClr val="333F70"/>
                </a:solidFill>
                <a:latin typeface="Unbounded Bold" pitchFamily="34" charset="0"/>
                <a:ea typeface="Unbounded Bold" pitchFamily="34" charset="-122"/>
                <a:cs typeface="Unbounded Bold" pitchFamily="34" charset="-120"/>
              </a:rPr>
              <a:t>Discussion</a:t>
            </a:r>
            <a:endParaRPr lang="en-US" sz="1708" dirty="0"/>
          </a:p>
        </p:txBody>
      </p:sp>
      <p:sp>
        <p:nvSpPr>
          <p:cNvPr id="3" name="Shape 1"/>
          <p:cNvSpPr/>
          <p:nvPr/>
        </p:nvSpPr>
        <p:spPr>
          <a:xfrm>
            <a:off x="571148" y="671566"/>
            <a:ext cx="5508180" cy="1228377"/>
          </a:xfrm>
          <a:prstGeom prst="roundRect">
            <a:avLst>
              <a:gd name="adj" fmla="val 7190"/>
            </a:avLst>
          </a:prstGeom>
          <a:solidFill>
            <a:srgbClr val="FFFFFF"/>
          </a:solidFill>
          <a:ln w="15240">
            <a:solidFill>
              <a:srgbClr val="BCDBD4"/>
            </a:solidFill>
            <a:prstDash val="solid"/>
          </a:ln>
        </p:spPr>
        <p:txBody>
          <a:bodyPr/>
          <a:lstStyle/>
          <a:p>
            <a:endParaRPr lang="en-US" sz="2400" dirty="0"/>
          </a:p>
        </p:txBody>
      </p:sp>
      <p:sp>
        <p:nvSpPr>
          <p:cNvPr id="4" name="Shape 2"/>
          <p:cNvSpPr/>
          <p:nvPr/>
        </p:nvSpPr>
        <p:spPr>
          <a:xfrm flipH="1">
            <a:off x="679231" y="712489"/>
            <a:ext cx="66389" cy="1007823"/>
          </a:xfrm>
          <a:prstGeom prst="roundRect">
            <a:avLst>
              <a:gd name="adj" fmla="val 72674"/>
            </a:avLst>
          </a:prstGeom>
          <a:solidFill>
            <a:srgbClr val="26A688"/>
          </a:solidFill>
          <a:ln/>
        </p:spPr>
        <p:txBody>
          <a:bodyPr/>
          <a:lstStyle/>
          <a:p>
            <a:endParaRPr lang="en-US" sz="2400"/>
          </a:p>
        </p:txBody>
      </p:sp>
      <p:sp>
        <p:nvSpPr>
          <p:cNvPr id="6" name="Text 4"/>
          <p:cNvSpPr/>
          <p:nvPr/>
        </p:nvSpPr>
        <p:spPr>
          <a:xfrm>
            <a:off x="808032" y="712489"/>
            <a:ext cx="5101805" cy="845691"/>
          </a:xfrm>
          <a:prstGeom prst="rect">
            <a:avLst/>
          </a:prstGeom>
          <a:noFill/>
          <a:ln/>
        </p:spPr>
        <p:txBody>
          <a:bodyPr wrap="square" lIns="0" tIns="0" rIns="0" bIns="0" rtlCol="0" anchor="t"/>
          <a:lstStyle/>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Model trade-offs</a:t>
            </a:r>
            <a:endPar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CNN (98.84%)</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gives the best accuracy with a light 64×64 pipeline → fast and edge-friendly.</a:t>
            </a:r>
          </a:p>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 (96.97%)</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is close behind and more robust to variation, but needs larger inputs (224×224) and more compute.</a:t>
            </a:r>
          </a:p>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MLP (65.84%)</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lags because it ignores image geometry; useful only as a baseline.</a:t>
            </a:r>
          </a:p>
        </p:txBody>
      </p:sp>
      <p:sp>
        <p:nvSpPr>
          <p:cNvPr id="17" name="Text 14"/>
          <p:cNvSpPr/>
          <p:nvPr/>
        </p:nvSpPr>
        <p:spPr>
          <a:xfrm>
            <a:off x="6209507" y="6924774"/>
            <a:ext cx="5448003" cy="140593"/>
          </a:xfrm>
          <a:prstGeom prst="rect">
            <a:avLst/>
          </a:prstGeom>
          <a:noFill/>
          <a:ln/>
        </p:spPr>
        <p:txBody>
          <a:bodyPr wrap="none" lIns="0" tIns="0" rIns="0" bIns="0" rtlCol="0" anchor="t"/>
          <a:lstStyle/>
          <a:p>
            <a:pPr>
              <a:lnSpc>
                <a:spcPts val="1083"/>
              </a:lnSpc>
            </a:pPr>
            <a:r>
              <a:rPr lang="en-US" sz="667" dirty="0">
                <a:solidFill>
                  <a:srgbClr val="333F70"/>
                </a:solidFill>
                <a:latin typeface="Open Sans" pitchFamily="34" charset="0"/>
                <a:ea typeface="Open Sans" pitchFamily="34" charset="-122"/>
                <a:cs typeface="Open Sans" pitchFamily="34" charset="-120"/>
              </a:rPr>
              <a:t>Presenter: Zahra Donyavi (zxxxxxxx)</a:t>
            </a:r>
            <a:endParaRPr lang="en-US" sz="667" dirty="0"/>
          </a:p>
        </p:txBody>
      </p:sp>
      <p:pic>
        <p:nvPicPr>
          <p:cNvPr id="16" name="Picture 15" descr="A table with numbers and letters&#10;&#10;AI-generated content may be incorrect.">
            <a:extLst>
              <a:ext uri="{FF2B5EF4-FFF2-40B4-BE49-F238E27FC236}">
                <a16:creationId xmlns:a16="http://schemas.microsoft.com/office/drawing/2014/main" id="{A9D6C323-36C8-B7F7-88D6-F05C44B78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5000" y="1383065"/>
            <a:ext cx="4864100" cy="3380004"/>
          </a:xfrm>
          <a:prstGeom prst="rect">
            <a:avLst/>
          </a:prstGeom>
        </p:spPr>
      </p:pic>
      <p:sp>
        <p:nvSpPr>
          <p:cNvPr id="19" name="Shape 1">
            <a:extLst>
              <a:ext uri="{FF2B5EF4-FFF2-40B4-BE49-F238E27FC236}">
                <a16:creationId xmlns:a16="http://schemas.microsoft.com/office/drawing/2014/main" id="{298BC918-0D91-F469-8BED-7590689C42AE}"/>
              </a:ext>
            </a:extLst>
          </p:cNvPr>
          <p:cNvSpPr/>
          <p:nvPr/>
        </p:nvSpPr>
        <p:spPr>
          <a:xfrm>
            <a:off x="571148" y="1981309"/>
            <a:ext cx="5508179" cy="2142656"/>
          </a:xfrm>
          <a:prstGeom prst="roundRect">
            <a:avLst>
              <a:gd name="adj" fmla="val 7190"/>
            </a:avLst>
          </a:prstGeom>
          <a:solidFill>
            <a:srgbClr val="FFFFFF"/>
          </a:solidFill>
          <a:ln w="15240">
            <a:solidFill>
              <a:srgbClr val="BCDBD4"/>
            </a:solidFill>
            <a:prstDash val="solid"/>
          </a:ln>
        </p:spPr>
        <p:txBody>
          <a:bodyPr/>
          <a:lstStyle/>
          <a:p>
            <a:endParaRPr lang="en-US" sz="2400" dirty="0"/>
          </a:p>
        </p:txBody>
      </p:sp>
      <p:sp>
        <p:nvSpPr>
          <p:cNvPr id="20" name="Shape 2">
            <a:extLst>
              <a:ext uri="{FF2B5EF4-FFF2-40B4-BE49-F238E27FC236}">
                <a16:creationId xmlns:a16="http://schemas.microsoft.com/office/drawing/2014/main" id="{AFCAAA2A-C630-7536-688A-BF8FFDD76FAA}"/>
              </a:ext>
            </a:extLst>
          </p:cNvPr>
          <p:cNvSpPr/>
          <p:nvPr/>
        </p:nvSpPr>
        <p:spPr>
          <a:xfrm>
            <a:off x="679234" y="2021199"/>
            <a:ext cx="66388" cy="1854766"/>
          </a:xfrm>
          <a:prstGeom prst="roundRect">
            <a:avLst>
              <a:gd name="adj" fmla="val 72674"/>
            </a:avLst>
          </a:prstGeom>
          <a:solidFill>
            <a:srgbClr val="26A688"/>
          </a:solidFill>
          <a:ln/>
        </p:spPr>
        <p:txBody>
          <a:bodyPr/>
          <a:lstStyle/>
          <a:p>
            <a:endParaRPr lang="en-US" sz="2400"/>
          </a:p>
        </p:txBody>
      </p:sp>
      <p:sp>
        <p:nvSpPr>
          <p:cNvPr id="22" name="Text 4">
            <a:extLst>
              <a:ext uri="{FF2B5EF4-FFF2-40B4-BE49-F238E27FC236}">
                <a16:creationId xmlns:a16="http://schemas.microsoft.com/office/drawing/2014/main" id="{6299FB84-EE2B-8D4B-5E0F-C9B22E4F71DE}"/>
              </a:ext>
            </a:extLst>
          </p:cNvPr>
          <p:cNvSpPr/>
          <p:nvPr/>
        </p:nvSpPr>
        <p:spPr>
          <a:xfrm>
            <a:off x="808032" y="2063223"/>
            <a:ext cx="5208885" cy="2285804"/>
          </a:xfrm>
          <a:prstGeom prst="rect">
            <a:avLst/>
          </a:prstGeom>
          <a:noFill/>
          <a:ln/>
        </p:spPr>
        <p:txBody>
          <a:bodyPr wrap="square" lIns="0" tIns="0" rIns="0" bIns="0" rtlCol="0" anchor="t"/>
          <a:lstStyle/>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Why feature learning matters</a:t>
            </a:r>
            <a:endPar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The big gap between </a:t>
            </a:r>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MLP vs CNN/</a:t>
            </a:r>
            <a:r>
              <a:rPr lang="en-IN" sz="1100" b="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ResNet</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shows that </a:t>
            </a:r>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spatial features</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(edges, shapes, digits) are essential for traffic signs, raw pixels alone aren’t enough.</a:t>
            </a:r>
          </a:p>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Role of augmentation</a:t>
            </a:r>
            <a:endPar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Mild rotations/affine shifts and </a:t>
            </a:r>
            <a:r>
              <a:rPr lang="en-IN" sz="11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color</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jitter improved </a:t>
            </a:r>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generalization</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and reduced overfitting by exposing the models to </a:t>
            </a:r>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blur, tilt, shadows, glare</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seen in real driving.</a:t>
            </a:r>
          </a:p>
          <a:p>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Imbalance handling</a:t>
            </a:r>
            <a:endPar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Stratified split + class-balanced sampling in train kept </a:t>
            </a:r>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macro ≈ micro</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scores for CNN/</a:t>
            </a:r>
            <a:r>
              <a:rPr lang="en-IN" sz="11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ResNet</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indicating </a:t>
            </a:r>
            <a:r>
              <a:rPr lang="en-IN" sz="11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balanced performance</a:t>
            </a:r>
            <a:r>
              <a:rPr lang="en-IN" sz="1100" dirty="0">
                <a:solidFill>
                  <a:schemeClr val="tx2"/>
                </a:solidFill>
                <a:latin typeface="Open Sans" panose="020B0606030504020204" pitchFamily="34" charset="0"/>
                <a:ea typeface="Open Sans" panose="020B0606030504020204" pitchFamily="34" charset="0"/>
                <a:cs typeface="Open Sans" panose="020B0606030504020204" pitchFamily="34" charset="0"/>
              </a:rPr>
              <a:t> across frequent and rare classes.</a:t>
            </a:r>
          </a:p>
        </p:txBody>
      </p:sp>
      <p:sp>
        <p:nvSpPr>
          <p:cNvPr id="23" name="Shape 1">
            <a:extLst>
              <a:ext uri="{FF2B5EF4-FFF2-40B4-BE49-F238E27FC236}">
                <a16:creationId xmlns:a16="http://schemas.microsoft.com/office/drawing/2014/main" id="{FFF69D9D-DE3E-56BE-684F-099716042F50}"/>
              </a:ext>
            </a:extLst>
          </p:cNvPr>
          <p:cNvSpPr/>
          <p:nvPr/>
        </p:nvSpPr>
        <p:spPr>
          <a:xfrm>
            <a:off x="571148" y="4205331"/>
            <a:ext cx="5462937" cy="1599078"/>
          </a:xfrm>
          <a:prstGeom prst="roundRect">
            <a:avLst>
              <a:gd name="adj" fmla="val 7190"/>
            </a:avLst>
          </a:prstGeom>
          <a:solidFill>
            <a:srgbClr val="FFFFFF"/>
          </a:solidFill>
          <a:ln w="15240">
            <a:solidFill>
              <a:srgbClr val="BCDBD4"/>
            </a:solidFill>
            <a:prstDash val="solid"/>
          </a:ln>
        </p:spPr>
        <p:txBody>
          <a:bodyPr/>
          <a:lstStyle/>
          <a:p>
            <a:endParaRPr lang="en-US" sz="2400" dirty="0"/>
          </a:p>
        </p:txBody>
      </p:sp>
      <p:sp>
        <p:nvSpPr>
          <p:cNvPr id="24" name="Shape 2">
            <a:extLst>
              <a:ext uri="{FF2B5EF4-FFF2-40B4-BE49-F238E27FC236}">
                <a16:creationId xmlns:a16="http://schemas.microsoft.com/office/drawing/2014/main" id="{A25042BD-D64A-E253-5EE0-F8B03DB4CCD7}"/>
              </a:ext>
            </a:extLst>
          </p:cNvPr>
          <p:cNvSpPr/>
          <p:nvPr/>
        </p:nvSpPr>
        <p:spPr>
          <a:xfrm flipH="1">
            <a:off x="679232" y="4245221"/>
            <a:ext cx="66389" cy="1348243"/>
          </a:xfrm>
          <a:prstGeom prst="roundRect">
            <a:avLst>
              <a:gd name="adj" fmla="val 72674"/>
            </a:avLst>
          </a:prstGeom>
          <a:solidFill>
            <a:srgbClr val="26A688"/>
          </a:solidFill>
          <a:ln/>
        </p:spPr>
        <p:txBody>
          <a:bodyPr/>
          <a:lstStyle/>
          <a:p>
            <a:endParaRPr lang="en-US" sz="2400"/>
          </a:p>
        </p:txBody>
      </p:sp>
      <p:sp>
        <p:nvSpPr>
          <p:cNvPr id="25" name="Text 4">
            <a:extLst>
              <a:ext uri="{FF2B5EF4-FFF2-40B4-BE49-F238E27FC236}">
                <a16:creationId xmlns:a16="http://schemas.microsoft.com/office/drawing/2014/main" id="{C2490E31-59BF-3F7A-8998-7B94DA42613B}"/>
              </a:ext>
            </a:extLst>
          </p:cNvPr>
          <p:cNvSpPr/>
          <p:nvPr/>
        </p:nvSpPr>
        <p:spPr>
          <a:xfrm>
            <a:off x="808032" y="4219746"/>
            <a:ext cx="5217469" cy="845691"/>
          </a:xfrm>
          <a:prstGeom prst="rect">
            <a:avLst/>
          </a:prstGeom>
          <a:noFill/>
          <a:ln/>
        </p:spPr>
        <p:txBody>
          <a:bodyPr wrap="square" lIns="0" tIns="0" rIns="0" bIns="0" rtlCol="0" anchor="t"/>
          <a:lstStyle/>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Error patterns &amp; limits</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Remaining mistakes cluster among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visually similar signs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(e.g., nearby speed limits; triangular warnings).</a:t>
            </a:r>
          </a:p>
          <a:p>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Hard cases: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low light, motion blur, occlusion, very small signs</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p>
          <a:p>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Practical takeaway</a:t>
            </a:r>
            <a:endPar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For this task, a compact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CNN</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offers the best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accuracy–latency</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trade-off; </a:t>
            </a:r>
            <a:r>
              <a:rPr lang="en-IN" sz="12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a:t>
            </a:r>
            <a:r>
              <a:rPr lang="en-IN" sz="1200" dirty="0">
                <a:solidFill>
                  <a:schemeClr val="tx2"/>
                </a:solidFill>
                <a:latin typeface="Open Sans" panose="020B0606030504020204" pitchFamily="34" charset="0"/>
                <a:ea typeface="Open Sans" panose="020B0606030504020204" pitchFamily="34" charset="0"/>
                <a:cs typeface="Open Sans" panose="020B0606030504020204" pitchFamily="34" charset="0"/>
              </a:rPr>
              <a:t> is a good choice when compute allows and further fine-tuning/augmentation can be applied.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34987"/>
            <a:ext cx="4134843" cy="516732"/>
          </a:xfrm>
          <a:prstGeom prst="rect">
            <a:avLst/>
          </a:prstGeom>
          <a:noFill/>
          <a:ln/>
        </p:spPr>
        <p:txBody>
          <a:bodyPr wrap="none" lIns="0" tIns="0" rIns="0" bIns="0" rtlCol="0" anchor="t"/>
          <a:lstStyle/>
          <a:p>
            <a:pPr>
              <a:lnSpc>
                <a:spcPts val="4042"/>
              </a:lnSpc>
            </a:pPr>
            <a:r>
              <a:rPr lang="en-US" sz="3250" b="1" dirty="0">
                <a:solidFill>
                  <a:srgbClr val="333F70"/>
                </a:solidFill>
                <a:latin typeface="Unbounded Bold" pitchFamily="34" charset="0"/>
                <a:ea typeface="Unbounded Bold" pitchFamily="34" charset="-122"/>
                <a:cs typeface="Unbounded Bold" pitchFamily="34" charset="-120"/>
              </a:rPr>
              <a:t>Conclusion – AI eyes on every sign for a safer drive every time</a:t>
            </a:r>
            <a:endParaRPr lang="en-US" sz="3250" dirty="0"/>
          </a:p>
        </p:txBody>
      </p:sp>
      <p:sp>
        <p:nvSpPr>
          <p:cNvPr id="3" name="Text 1"/>
          <p:cNvSpPr/>
          <p:nvPr/>
        </p:nvSpPr>
        <p:spPr>
          <a:xfrm>
            <a:off x="661490" y="1204615"/>
            <a:ext cx="11280573" cy="793849"/>
          </a:xfrm>
          <a:prstGeom prst="rect">
            <a:avLst/>
          </a:prstGeom>
          <a:noFill/>
          <a:ln/>
        </p:spPr>
        <p:txBody>
          <a:bodyPr wrap="square" lIns="0" tIns="0" rIns="0" bIns="0" rtlCol="0" anchor="t"/>
          <a:lstStyle/>
          <a:p>
            <a:pPr>
              <a:lnSpc>
                <a:spcPts val="2083"/>
              </a:lnSpc>
            </a:pP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We set out to teach machines to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see and understand</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traffic signs by testing three distinct approaches.</a:t>
            </a:r>
            <a:b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Our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Convolutional Neural Network (CNN)</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emerged as the top performer, achieving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98.9% accuracy</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with efficient computation.</a:t>
            </a:r>
            <a:b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ResNet50</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followed closely with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96.9% accuracy</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delivering excellent results through deep residual learning, though potentially requiring more computational resources.</a:t>
            </a:r>
            <a:b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b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The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linear classifier</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highlighted the limitations of shallow, non-hierarchical models for this task.</a:t>
            </a:r>
            <a:endParaRPr lang="en-US" sz="1292"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661490" y="2575909"/>
            <a:ext cx="2491879" cy="310058"/>
          </a:xfrm>
          <a:prstGeom prst="rect">
            <a:avLst/>
          </a:prstGeom>
          <a:noFill/>
          <a:ln/>
        </p:spPr>
        <p:txBody>
          <a:bodyPr wrap="none" lIns="0" tIns="0" rIns="0" bIns="0" rtlCol="0" anchor="t"/>
          <a:lstStyle/>
          <a:p>
            <a:pPr>
              <a:lnSpc>
                <a:spcPts val="2417"/>
              </a:lnSpc>
            </a:pPr>
            <a:r>
              <a:rPr lang="en-US" sz="1917" b="1" dirty="0">
                <a:solidFill>
                  <a:srgbClr val="333F70"/>
                </a:solidFill>
                <a:latin typeface="Unbounded Bold" pitchFamily="34" charset="0"/>
                <a:ea typeface="Unbounded Bold" pitchFamily="34" charset="-122"/>
                <a:cs typeface="Unbounded Bold" pitchFamily="34" charset="-120"/>
              </a:rPr>
              <a:t>Key Takeaways:</a:t>
            </a:r>
            <a:endParaRPr lang="en-US" sz="1917" dirty="0"/>
          </a:p>
        </p:txBody>
      </p:sp>
      <p:sp>
        <p:nvSpPr>
          <p:cNvPr id="8" name="Text 6"/>
          <p:cNvSpPr/>
          <p:nvPr/>
        </p:nvSpPr>
        <p:spPr>
          <a:xfrm>
            <a:off x="661492" y="4404619"/>
            <a:ext cx="2480866" cy="310058"/>
          </a:xfrm>
          <a:prstGeom prst="rect">
            <a:avLst/>
          </a:prstGeom>
          <a:noFill/>
          <a:ln/>
        </p:spPr>
        <p:txBody>
          <a:bodyPr wrap="none" lIns="0" tIns="0" rIns="0" bIns="0" rtlCol="0" anchor="t"/>
          <a:lstStyle/>
          <a:p>
            <a:pPr>
              <a:lnSpc>
                <a:spcPts val="2417"/>
              </a:lnSpc>
            </a:pPr>
            <a:r>
              <a:rPr lang="en-US" sz="1917" b="1" dirty="0">
                <a:solidFill>
                  <a:srgbClr val="333F70"/>
                </a:solidFill>
                <a:latin typeface="Unbounded Bold" pitchFamily="34" charset="0"/>
                <a:ea typeface="Unbounded Bold" pitchFamily="34" charset="-122"/>
                <a:cs typeface="Unbounded Bold" pitchFamily="34" charset="-120"/>
              </a:rPr>
              <a:t>Future Work:</a:t>
            </a:r>
            <a:endParaRPr lang="en-US" sz="1917" dirty="0"/>
          </a:p>
        </p:txBody>
      </p:sp>
      <p:sp>
        <p:nvSpPr>
          <p:cNvPr id="15" name="TextBox 14">
            <a:extLst>
              <a:ext uri="{FF2B5EF4-FFF2-40B4-BE49-F238E27FC236}">
                <a16:creationId xmlns:a16="http://schemas.microsoft.com/office/drawing/2014/main" id="{79C08AA7-023D-58D6-8935-E085E41B371A}"/>
              </a:ext>
            </a:extLst>
          </p:cNvPr>
          <p:cNvSpPr txBox="1"/>
          <p:nvPr/>
        </p:nvSpPr>
        <p:spPr>
          <a:xfrm>
            <a:off x="661491" y="2880429"/>
            <a:ext cx="9730228" cy="175451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Deep learning delivers</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CNNs and Resnet-based architectures are highly effective for traffic sign recognition.</a:t>
            </a:r>
          </a:p>
          <a:p>
            <a:pPr marL="285750" indent="-285750">
              <a:lnSpc>
                <a:spcPct val="200000"/>
              </a:lnSpc>
              <a:buFont typeface="Arial" panose="020B0604020202020204" pitchFamily="34" charset="0"/>
              <a:buChar char="•"/>
            </a:pP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CNNs strike the balance</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between accuracy, speed, and </a:t>
            </a:r>
            <a:r>
              <a:rPr lang="en-IN"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deployability</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for real-time systems.</a:t>
            </a:r>
          </a:p>
          <a:p>
            <a:pPr marL="285750" indent="-285750">
              <a:lnSpc>
                <a:spcPct val="200000"/>
              </a:lnSpc>
              <a:buFont typeface="Arial" panose="020B0604020202020204" pitchFamily="34" charset="0"/>
              <a:buChar char="•"/>
            </a:pP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Data preprocessing and augmentation</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are essential for robust, generalizable models.</a:t>
            </a:r>
          </a:p>
          <a:p>
            <a:pPr marL="285750" indent="-285750">
              <a:lnSpc>
                <a:spcPct val="200000"/>
              </a:lnSpc>
              <a:buFont typeface="Arial" panose="020B0604020202020204" pitchFamily="34" charset="0"/>
              <a:buChar char="•"/>
            </a:pP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60794914-9AB1-919D-3026-D45284D8D96B}"/>
              </a:ext>
            </a:extLst>
          </p:cNvPr>
          <p:cNvSpPr txBox="1"/>
          <p:nvPr/>
        </p:nvSpPr>
        <p:spPr>
          <a:xfrm>
            <a:off x="661490" y="4634948"/>
            <a:ext cx="9258945" cy="1323632"/>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Test extensively in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real-world conditions</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rain, fog, glare, snow, and partial occlusions.</a:t>
            </a:r>
          </a:p>
          <a:p>
            <a:pPr marL="285750" indent="-285750">
              <a:lnSpc>
                <a:spcPct val="200000"/>
              </a:lnSpc>
              <a:buFont typeface="Arial" panose="020B0604020202020204" pitchFamily="34" charset="0"/>
              <a:buChar char="•"/>
            </a:pP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Optimize architectures for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edge deployment</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with real-time inference on in-vehicle hardware.</a:t>
            </a:r>
          </a:p>
          <a:p>
            <a:pPr marL="285750" indent="-285750">
              <a:lnSpc>
                <a:spcPct val="200000"/>
              </a:lnSpc>
              <a:buFont typeface="Arial" panose="020B0604020202020204" pitchFamily="34" charset="0"/>
              <a:buChar char="•"/>
            </a:pP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Explore </a:t>
            </a:r>
            <a:r>
              <a:rPr lang="en-IN"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domain adaptation</a:t>
            </a:r>
            <a:r>
              <a:rPr lang="en-IN"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to ensure consistent performance across different regions and sign designs.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2067421"/>
          </a:xfrm>
          <a:prstGeom prst="rect">
            <a:avLst/>
          </a:prstGeom>
        </p:spPr>
      </p:pic>
      <p:sp>
        <p:nvSpPr>
          <p:cNvPr id="3" name="Text 0"/>
          <p:cNvSpPr/>
          <p:nvPr/>
        </p:nvSpPr>
        <p:spPr>
          <a:xfrm>
            <a:off x="661492" y="3722687"/>
            <a:ext cx="4134843" cy="516732"/>
          </a:xfrm>
          <a:prstGeom prst="rect">
            <a:avLst/>
          </a:prstGeom>
          <a:noFill/>
          <a:ln/>
        </p:spPr>
        <p:txBody>
          <a:bodyPr wrap="none" lIns="0" tIns="0" rIns="0" bIns="0" rtlCol="0" anchor="t"/>
          <a:lstStyle/>
          <a:p>
            <a:pPr>
              <a:lnSpc>
                <a:spcPts val="4042"/>
              </a:lnSpc>
            </a:pPr>
            <a:r>
              <a:rPr lang="en-US" sz="3250" b="1" dirty="0">
                <a:solidFill>
                  <a:srgbClr val="333F70"/>
                </a:solidFill>
                <a:latin typeface="Unbounded Bold" pitchFamily="34" charset="0"/>
                <a:ea typeface="Unbounded Bold" pitchFamily="34" charset="-122"/>
                <a:cs typeface="Unbounded Bold" pitchFamily="34" charset="-120"/>
              </a:rPr>
              <a:t>Thank You</a:t>
            </a:r>
            <a:endParaRPr lang="en-US" sz="3250" dirty="0"/>
          </a:p>
        </p:txBody>
      </p:sp>
      <p:sp>
        <p:nvSpPr>
          <p:cNvPr id="4" name="Text 1"/>
          <p:cNvSpPr/>
          <p:nvPr/>
        </p:nvSpPr>
        <p:spPr>
          <a:xfrm>
            <a:off x="661492" y="4487466"/>
            <a:ext cx="10869018" cy="264617"/>
          </a:xfrm>
          <a:prstGeom prst="rect">
            <a:avLst/>
          </a:prstGeom>
          <a:noFill/>
          <a:ln/>
        </p:spPr>
        <p:txBody>
          <a:bodyPr wrap="none" lIns="0" tIns="0" rIns="0" bIns="0" rtlCol="0" anchor="t"/>
          <a:lstStyle/>
          <a:p>
            <a:pPr>
              <a:lnSpc>
                <a:spcPts val="2083"/>
              </a:lnSpc>
            </a:pPr>
            <a:r>
              <a:rPr lang="en-US" sz="1400" dirty="0">
                <a:solidFill>
                  <a:srgbClr val="333F70"/>
                </a:solidFill>
                <a:latin typeface="Open Sans" pitchFamily="34" charset="0"/>
                <a:ea typeface="Open Sans" pitchFamily="34" charset="-122"/>
                <a:cs typeface="Open Sans" pitchFamily="34" charset="-120"/>
              </a:rPr>
              <a:t>Thank you for your attention!</a:t>
            </a:r>
            <a:endParaRPr lang="en-US" sz="1400" dirty="0"/>
          </a:p>
        </p:txBody>
      </p:sp>
      <p:sp>
        <p:nvSpPr>
          <p:cNvPr id="5" name="Text 2"/>
          <p:cNvSpPr/>
          <p:nvPr/>
        </p:nvSpPr>
        <p:spPr>
          <a:xfrm>
            <a:off x="661492" y="4938117"/>
            <a:ext cx="10869018" cy="264617"/>
          </a:xfrm>
          <a:prstGeom prst="rect">
            <a:avLst/>
          </a:prstGeom>
          <a:noFill/>
          <a:ln/>
        </p:spPr>
        <p:txBody>
          <a:bodyPr wrap="none" lIns="0" tIns="0" rIns="0" bIns="0" rtlCol="0" anchor="t"/>
          <a:lstStyle/>
          <a:p>
            <a:pPr algn="ctr">
              <a:lnSpc>
                <a:spcPts val="2083"/>
              </a:lnSpc>
            </a:pPr>
            <a:endParaRPr lang="en-US" sz="129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10810</TotalTime>
  <Words>3326</Words>
  <Application>Microsoft Macintosh PowerPoint</Application>
  <PresentationFormat>Widescreen</PresentationFormat>
  <Paragraphs>279</Paragraphs>
  <Slides>22</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Open Sans</vt:lpstr>
      <vt:lpstr>Unbounded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Shisheng Zhang</dc:creator>
  <cp:lastModifiedBy>Shashwat Pasari</cp:lastModifiedBy>
  <cp:revision>59</cp:revision>
  <dcterms:created xsi:type="dcterms:W3CDTF">2022-11-14T00:04:04Z</dcterms:created>
  <dcterms:modified xsi:type="dcterms:W3CDTF">2025-08-11T04:47:48Z</dcterms:modified>
</cp:coreProperties>
</file>